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7559675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>
        <p:scale>
          <a:sx n="100" d="100"/>
          <a:sy n="100" d="100"/>
        </p:scale>
        <p:origin x="153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60" y="530264"/>
            <a:ext cx="5669756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1701796"/>
            <a:ext cx="5669756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769E5-28A5-4748-9A8D-62F32502E704}" type="datetimeFigureOut">
              <a:rPr lang="en-CA" smtClean="0"/>
              <a:t>2026-03-20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6CDA-FBC8-4472-AA15-DFBE8F47A38B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022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769E5-28A5-4748-9A8D-62F32502E704}" type="datetimeFigureOut">
              <a:rPr lang="en-CA" smtClean="0"/>
              <a:t>2026-03-20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6CDA-FBC8-4472-AA15-DFBE8F47A38B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380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0" y="807773"/>
            <a:ext cx="6520220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0" y="2168309"/>
            <a:ext cx="6520220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82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769E5-28A5-4748-9A8D-62F32502E704}" type="datetimeFigureOut">
              <a:rPr lang="en-CA" smtClean="0"/>
              <a:t>2026-03-20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6CDA-FBC8-4472-AA15-DFBE8F47A38B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2265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862523"/>
            <a:ext cx="3212862" cy="20558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862523"/>
            <a:ext cx="3212862" cy="20558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769E5-28A5-4748-9A8D-62F32502E704}" type="datetimeFigureOut">
              <a:rPr lang="en-CA" smtClean="0"/>
              <a:t>2026-03-20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6CDA-FBC8-4472-AA15-DFBE8F47A38B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101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172505"/>
            <a:ext cx="6520220" cy="62626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2" y="794272"/>
            <a:ext cx="3198097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2" y="1183532"/>
            <a:ext cx="3198097" cy="17407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5" y="794272"/>
            <a:ext cx="3213847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5" y="1183532"/>
            <a:ext cx="3213847" cy="17407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769E5-28A5-4748-9A8D-62F32502E704}" type="datetimeFigureOut">
              <a:rPr lang="en-CA" smtClean="0"/>
              <a:t>2026-03-20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6CDA-FBC8-4472-AA15-DFBE8F47A38B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991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769E5-28A5-4748-9A8D-62F32502E704}" type="datetimeFigureOut">
              <a:rPr lang="en-CA" smtClean="0"/>
              <a:t>2026-03-20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6CDA-FBC8-4472-AA15-DFBE8F47A38B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639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769E5-28A5-4748-9A8D-62F32502E704}" type="datetimeFigureOut">
              <a:rPr lang="en-CA" smtClean="0"/>
              <a:t>2026-03-20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6CDA-FBC8-4472-AA15-DFBE8F47A38B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6421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16006"/>
            <a:ext cx="2438192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466513"/>
            <a:ext cx="3827085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972026"/>
            <a:ext cx="2438192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769E5-28A5-4748-9A8D-62F32502E704}" type="datetimeFigureOut">
              <a:rPr lang="en-CA" smtClean="0"/>
              <a:t>2026-03-20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6CDA-FBC8-4472-AA15-DFBE8F47A38B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556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16006"/>
            <a:ext cx="2438192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466513"/>
            <a:ext cx="3827085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972026"/>
            <a:ext cx="2438192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769E5-28A5-4748-9A8D-62F32502E704}" type="datetimeFigureOut">
              <a:rPr lang="en-CA" smtClean="0"/>
              <a:t>2026-03-20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6CDA-FBC8-4472-AA15-DFBE8F47A38B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6550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769E5-28A5-4748-9A8D-62F32502E704}" type="datetimeFigureOut">
              <a:rPr lang="en-CA" smtClean="0"/>
              <a:t>2026-03-20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6CDA-FBC8-4472-AA15-DFBE8F47A38B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052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2" y="172505"/>
            <a:ext cx="1630055" cy="27458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172505"/>
            <a:ext cx="4795669" cy="27458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769E5-28A5-4748-9A8D-62F32502E704}" type="datetimeFigureOut">
              <a:rPr lang="en-CA" smtClean="0"/>
              <a:t>2026-03-20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6CDA-FBC8-4472-AA15-DFBE8F47A38B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079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172505"/>
            <a:ext cx="6520220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862523"/>
            <a:ext cx="6520220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3003082"/>
            <a:ext cx="1700927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0769E5-28A5-4748-9A8D-62F32502E704}" type="datetimeFigureOut">
              <a:rPr lang="en-CA" smtClean="0"/>
              <a:t>2026-03-20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3003082"/>
            <a:ext cx="2551390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3003082"/>
            <a:ext cx="1700927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B6CDA-FBC8-4472-AA15-DFBE8F47A38B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947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ED6ABEC5-B495-4D31-7ED2-BF731CDBA8B2}"/>
              </a:ext>
            </a:extLst>
          </p:cNvPr>
          <p:cNvGrpSpPr/>
          <p:nvPr/>
        </p:nvGrpSpPr>
        <p:grpSpPr>
          <a:xfrm>
            <a:off x="146368" y="53340"/>
            <a:ext cx="7039611" cy="3576320"/>
            <a:chOff x="146368" y="53340"/>
            <a:chExt cx="7039611" cy="357632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7A00D6-01FD-5FA8-D2FF-57088B0AFFFB}"/>
                </a:ext>
              </a:extLst>
            </p:cNvPr>
            <p:cNvSpPr/>
            <p:nvPr/>
          </p:nvSpPr>
          <p:spPr>
            <a:xfrm>
              <a:off x="3447098" y="53340"/>
              <a:ext cx="3727452" cy="3124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0AACA31B-2395-0E78-85BF-BFA76A014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99" t="9725" r="8098" b="23872"/>
            <a:stretch>
              <a:fillRect/>
            </a:stretch>
          </p:blipFill>
          <p:spPr>
            <a:xfrm>
              <a:off x="3447098" y="53340"/>
              <a:ext cx="3738881" cy="35763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D67B7B4-7764-A6D0-4AD2-661124FFACF9}"/>
                </a:ext>
              </a:extLst>
            </p:cNvPr>
            <p:cNvSpPr/>
            <p:nvPr/>
          </p:nvSpPr>
          <p:spPr>
            <a:xfrm>
              <a:off x="4056064" y="1548765"/>
              <a:ext cx="274320" cy="26416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4E8524-AFEE-B1A0-E2F6-0042CA1A9C18}"/>
                </a:ext>
              </a:extLst>
            </p:cNvPr>
            <p:cNvSpPr/>
            <p:nvPr/>
          </p:nvSpPr>
          <p:spPr>
            <a:xfrm>
              <a:off x="6169344" y="1030605"/>
              <a:ext cx="274320" cy="26416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4085D600-D594-7640-43DA-8EC39F4044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7299" y="1795780"/>
              <a:ext cx="1485581" cy="657860"/>
            </a:xfrm>
            <a:prstGeom prst="line">
              <a:avLst/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Rectangle : coins arrondis 18">
                  <a:extLst>
                    <a:ext uri="{FF2B5EF4-FFF2-40B4-BE49-F238E27FC236}">
                      <a16:creationId xmlns:a16="http://schemas.microsoft.com/office/drawing/2014/main" id="{119B9484-68EF-17D0-9AA4-6B5F0017CE30}"/>
                    </a:ext>
                  </a:extLst>
                </p:cNvPr>
                <p:cNvSpPr/>
                <p:nvPr/>
              </p:nvSpPr>
              <p:spPr>
                <a:xfrm>
                  <a:off x="146368" y="1615440"/>
                  <a:ext cx="3078000" cy="1461600"/>
                </a:xfrm>
                <a:prstGeom prst="roundRect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𝑆𝑐𝑜𝑟𝑒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=1520</m:t>
                        </m:r>
                      </m:oMath>
                    </m:oMathPara>
                  </a14:m>
                  <a:endParaRPr lang="fr-FR" sz="2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𝐷𝑒𝑠𝑐𝑟𝑖𝑝𝑡𝑜𝑟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=0.28</m:t>
                        </m:r>
                      </m:oMath>
                    </m:oMathPara>
                  </a14:m>
                  <a:endParaRPr lang="fr-FR" sz="2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𝐷𝑒𝑠𝑐𝑟𝑖𝑝𝑡𝑜𝑟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=0.48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>
            <p:sp>
              <p:nvSpPr>
                <p:cNvPr id="19" name="Rectangle : coins arrondis 18">
                  <a:extLst>
                    <a:ext uri="{FF2B5EF4-FFF2-40B4-BE49-F238E27FC236}">
                      <a16:creationId xmlns:a16="http://schemas.microsoft.com/office/drawing/2014/main" id="{119B9484-68EF-17D0-9AA4-6B5F0017CE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368" y="1615440"/>
                  <a:ext cx="3078000" cy="1461600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4562F26A-2815-4BA2-DB7C-031E6E3C68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36839" y="731520"/>
              <a:ext cx="3459161" cy="365125"/>
            </a:xfrm>
            <a:prstGeom prst="line">
              <a:avLst/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Rectangle : coins arrondis 23">
                  <a:extLst>
                    <a:ext uri="{FF2B5EF4-FFF2-40B4-BE49-F238E27FC236}">
                      <a16:creationId xmlns:a16="http://schemas.microsoft.com/office/drawing/2014/main" id="{FD052254-DCBB-F4DD-EE7D-7F51465A6AA0}"/>
                    </a:ext>
                  </a:extLst>
                </p:cNvPr>
                <p:cNvSpPr/>
                <p:nvPr/>
              </p:nvSpPr>
              <p:spPr>
                <a:xfrm>
                  <a:off x="146368" y="62548"/>
                  <a:ext cx="3078479" cy="1463040"/>
                </a:xfrm>
                <a:prstGeom prst="round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𝑆𝑐𝑜𝑟𝑒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=312</m:t>
                        </m:r>
                      </m:oMath>
                    </m:oMathPara>
                  </a14:m>
                  <a:endParaRPr lang="fr-FR" sz="2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𝐷𝑒𝑠𝑐𝑟𝑖𝑝𝑡𝑜𝑟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=0.77</m:t>
                        </m:r>
                      </m:oMath>
                    </m:oMathPara>
                  </a14:m>
                  <a:endParaRPr lang="fr-FR" sz="2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𝐷𝑒𝑠𝑐𝑟𝑖𝑝𝑡𝑜𝑟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=0.56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>
            <p:sp>
              <p:nvSpPr>
                <p:cNvPr id="24" name="Rectangle : coins arrondis 23">
                  <a:extLst>
                    <a:ext uri="{FF2B5EF4-FFF2-40B4-BE49-F238E27FC236}">
                      <a16:creationId xmlns:a16="http://schemas.microsoft.com/office/drawing/2014/main" id="{FD052254-DCBB-F4DD-EE7D-7F51465A6A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368" y="62548"/>
                  <a:ext cx="3078479" cy="146304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C287BFB-51AD-6134-191F-F8D645BC4C1F}"/>
                </a:ext>
              </a:extLst>
            </p:cNvPr>
            <p:cNvSpPr/>
            <p:nvPr/>
          </p:nvSpPr>
          <p:spPr>
            <a:xfrm>
              <a:off x="3447098" y="53340"/>
              <a:ext cx="3727452" cy="3124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5450444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268</TotalTime>
  <Words>18</Words>
  <Application>Microsoft Office PowerPoint</Application>
  <PresentationFormat>Personnalisé</PresentationFormat>
  <Paragraphs>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Vacher Quentin</dc:creator>
  <cp:lastModifiedBy>Vacher Quentin</cp:lastModifiedBy>
  <cp:revision>1</cp:revision>
  <dcterms:created xsi:type="dcterms:W3CDTF">2026-03-20T22:58:21Z</dcterms:created>
  <dcterms:modified xsi:type="dcterms:W3CDTF">2026-03-21T03:27:04Z</dcterms:modified>
</cp:coreProperties>
</file>