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28800425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D686"/>
    <a:srgbClr val="1DB396"/>
    <a:srgbClr val="28DCBA"/>
    <a:srgbClr val="4EA72E"/>
    <a:srgbClr val="14548E"/>
    <a:srgbClr val="2185DF"/>
    <a:srgbClr val="0D473F"/>
    <a:srgbClr val="064BBA"/>
    <a:srgbClr val="146260"/>
    <a:srgbClr val="1C8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510" autoAdjust="0"/>
  </p:normalViewPr>
  <p:slideViewPr>
    <p:cSldViewPr snapToGrid="0">
      <p:cViewPr varScale="1">
        <p:scale>
          <a:sx n="29" d="100"/>
          <a:sy n="29" d="100"/>
        </p:scale>
        <p:origin x="111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E5AA3-C3C0-446E-AD80-78324796D4C3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7DE048-9207-4F44-B4D3-C1AAB4BAE0C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8676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41799" rtl="0" eaLnBrk="1" latinLnBrk="0" hangingPunct="1">
      <a:defRPr sz="2811" kern="1200">
        <a:solidFill>
          <a:schemeClr val="tx1"/>
        </a:solidFill>
        <a:latin typeface="+mn-lt"/>
        <a:ea typeface="+mn-ea"/>
        <a:cs typeface="+mn-cs"/>
      </a:defRPr>
    </a:lvl1pPr>
    <a:lvl2pPr marL="1070900" algn="l" defTabSz="2141799" rtl="0" eaLnBrk="1" latinLnBrk="0" hangingPunct="1">
      <a:defRPr sz="2811" kern="1200">
        <a:solidFill>
          <a:schemeClr val="tx1"/>
        </a:solidFill>
        <a:latin typeface="+mn-lt"/>
        <a:ea typeface="+mn-ea"/>
        <a:cs typeface="+mn-cs"/>
      </a:defRPr>
    </a:lvl2pPr>
    <a:lvl3pPr marL="2141799" algn="l" defTabSz="2141799" rtl="0" eaLnBrk="1" latinLnBrk="0" hangingPunct="1">
      <a:defRPr sz="2811" kern="1200">
        <a:solidFill>
          <a:schemeClr val="tx1"/>
        </a:solidFill>
        <a:latin typeface="+mn-lt"/>
        <a:ea typeface="+mn-ea"/>
        <a:cs typeface="+mn-cs"/>
      </a:defRPr>
    </a:lvl3pPr>
    <a:lvl4pPr marL="3212699" algn="l" defTabSz="2141799" rtl="0" eaLnBrk="1" latinLnBrk="0" hangingPunct="1">
      <a:defRPr sz="2811" kern="1200">
        <a:solidFill>
          <a:schemeClr val="tx1"/>
        </a:solidFill>
        <a:latin typeface="+mn-lt"/>
        <a:ea typeface="+mn-ea"/>
        <a:cs typeface="+mn-cs"/>
      </a:defRPr>
    </a:lvl4pPr>
    <a:lvl5pPr marL="4283598" algn="l" defTabSz="2141799" rtl="0" eaLnBrk="1" latinLnBrk="0" hangingPunct="1">
      <a:defRPr sz="2811" kern="1200">
        <a:solidFill>
          <a:schemeClr val="tx1"/>
        </a:solidFill>
        <a:latin typeface="+mn-lt"/>
        <a:ea typeface="+mn-ea"/>
        <a:cs typeface="+mn-cs"/>
      </a:defRPr>
    </a:lvl5pPr>
    <a:lvl6pPr marL="5354498" algn="l" defTabSz="2141799" rtl="0" eaLnBrk="1" latinLnBrk="0" hangingPunct="1">
      <a:defRPr sz="2811" kern="1200">
        <a:solidFill>
          <a:schemeClr val="tx1"/>
        </a:solidFill>
        <a:latin typeface="+mn-lt"/>
        <a:ea typeface="+mn-ea"/>
        <a:cs typeface="+mn-cs"/>
      </a:defRPr>
    </a:lvl6pPr>
    <a:lvl7pPr marL="6425397" algn="l" defTabSz="2141799" rtl="0" eaLnBrk="1" latinLnBrk="0" hangingPunct="1">
      <a:defRPr sz="2811" kern="1200">
        <a:solidFill>
          <a:schemeClr val="tx1"/>
        </a:solidFill>
        <a:latin typeface="+mn-lt"/>
        <a:ea typeface="+mn-ea"/>
        <a:cs typeface="+mn-cs"/>
      </a:defRPr>
    </a:lvl7pPr>
    <a:lvl8pPr marL="7496297" algn="l" defTabSz="2141799" rtl="0" eaLnBrk="1" latinLnBrk="0" hangingPunct="1">
      <a:defRPr sz="2811" kern="1200">
        <a:solidFill>
          <a:schemeClr val="tx1"/>
        </a:solidFill>
        <a:latin typeface="+mn-lt"/>
        <a:ea typeface="+mn-ea"/>
        <a:cs typeface="+mn-cs"/>
      </a:defRPr>
    </a:lvl8pPr>
    <a:lvl9pPr marL="8567196" algn="l" defTabSz="2141799" rtl="0" eaLnBrk="1" latinLnBrk="0" hangingPunct="1">
      <a:defRPr sz="28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DE048-9207-4F44-B4D3-C1AAB4BAE0C6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6511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53" y="2945943"/>
            <a:ext cx="21600319" cy="6266897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9454516"/>
            <a:ext cx="21600319" cy="4345992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07EED-3518-4DEF-B078-7312430470D3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034F9-C01E-4E08-8C37-F894F35F976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627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07EED-3518-4DEF-B078-7312430470D3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034F9-C01E-4E08-8C37-F894F35F976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2860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29" y="4487668"/>
            <a:ext cx="24840367" cy="7487774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29" y="12046280"/>
            <a:ext cx="24840367" cy="3937644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07EED-3518-4DEF-B078-7312430470D3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034F9-C01E-4E08-8C37-F894F35F976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1894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4791843"/>
            <a:ext cx="12240181" cy="1142125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4791843"/>
            <a:ext cx="12240181" cy="1142125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07EED-3518-4DEF-B078-7312430470D3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034F9-C01E-4E08-8C37-F894F35F976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7712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958370"/>
            <a:ext cx="24840367" cy="347929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1" y="4412664"/>
            <a:ext cx="12183929" cy="2162578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1" y="6575242"/>
            <a:ext cx="12183929" cy="967119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5" y="4412664"/>
            <a:ext cx="12243932" cy="2162578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5" y="6575242"/>
            <a:ext cx="12243932" cy="967119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07EED-3518-4DEF-B078-7312430470D3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034F9-C01E-4E08-8C37-F894F35F976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1154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07EED-3518-4DEF-B078-7312430470D3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034F9-C01E-4E08-8C37-F894F35F976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239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07EED-3518-4DEF-B078-7312430470D3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034F9-C01E-4E08-8C37-F894F35F976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2983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1200044"/>
            <a:ext cx="9288886" cy="4200155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2591763"/>
            <a:ext cx="14580215" cy="12792138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5400199"/>
            <a:ext cx="9288886" cy="10004536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07EED-3518-4DEF-B078-7312430470D3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034F9-C01E-4E08-8C37-F894F35F976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8976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1200044"/>
            <a:ext cx="9288886" cy="4200155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2591763"/>
            <a:ext cx="14580215" cy="12792138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5400199"/>
            <a:ext cx="9288886" cy="10004536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07EED-3518-4DEF-B078-7312430470D3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034F9-C01E-4E08-8C37-F894F35F976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0392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07EED-3518-4DEF-B078-7312430470D3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034F9-C01E-4E08-8C37-F894F35F976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9379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4" y="958369"/>
            <a:ext cx="6210092" cy="1525473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29" y="958369"/>
            <a:ext cx="18270270" cy="1525473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07EED-3518-4DEF-B078-7312430470D3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034F9-C01E-4E08-8C37-F894F35F976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0706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958370"/>
            <a:ext cx="24840367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4791843"/>
            <a:ext cx="24840367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16683949"/>
            <a:ext cx="6480096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D07EED-3518-4DEF-B078-7312430470D3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16683949"/>
            <a:ext cx="9720143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16683949"/>
            <a:ext cx="6480096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034F9-C01E-4E08-8C37-F894F35F9766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723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png"/><Relationship Id="rId21" Type="http://schemas.openxmlformats.org/officeDocument/2006/relationships/image" Target="../media/image19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63" Type="http://schemas.openxmlformats.org/officeDocument/2006/relationships/image" Target="../media/image6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74" Type="http://schemas.openxmlformats.org/officeDocument/2006/relationships/image" Target="../media/image72.png"/><Relationship Id="rId5" Type="http://schemas.openxmlformats.org/officeDocument/2006/relationships/image" Target="../media/image3.png"/><Relationship Id="rId61" Type="http://schemas.openxmlformats.org/officeDocument/2006/relationships/image" Target="../media/image59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64" Type="http://schemas.openxmlformats.org/officeDocument/2006/relationships/image" Target="../media/image62.png"/><Relationship Id="rId77" Type="http://schemas.openxmlformats.org/officeDocument/2006/relationships/image" Target="../media/image65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72" Type="http://schemas.openxmlformats.org/officeDocument/2006/relationships/image" Target="../media/image70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openxmlformats.org/officeDocument/2006/relationships/image" Target="../media/image57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62" Type="http://schemas.openxmlformats.org/officeDocument/2006/relationships/image" Target="../media/image60.png"/><Relationship Id="rId70" Type="http://schemas.openxmlformats.org/officeDocument/2006/relationships/image" Target="../media/image68.png"/><Relationship Id="rId75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57" Type="http://schemas.openxmlformats.org/officeDocument/2006/relationships/image" Target="../media/image5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65" Type="http://schemas.openxmlformats.org/officeDocument/2006/relationships/image" Target="../media/image63.png"/><Relationship Id="rId73" Type="http://schemas.openxmlformats.org/officeDocument/2006/relationships/image" Target="../media/image71.png"/><Relationship Id="rId78" Type="http://schemas.openxmlformats.org/officeDocument/2006/relationships/image" Target="../media/image66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34" Type="http://schemas.openxmlformats.org/officeDocument/2006/relationships/image" Target="../media/image32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6" Type="http://schemas.openxmlformats.org/officeDocument/2006/relationships/image" Target="../media/image64.png"/><Relationship Id="rId7" Type="http://schemas.openxmlformats.org/officeDocument/2006/relationships/image" Target="../media/image5.png"/><Relationship Id="rId71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angle : coins arrondis 481">
            <a:extLst>
              <a:ext uri="{FF2B5EF4-FFF2-40B4-BE49-F238E27FC236}">
                <a16:creationId xmlns:a16="http://schemas.microsoft.com/office/drawing/2014/main" id="{1F1ACDD7-EEC9-A8B6-EF3D-87DD2C3E99BC}"/>
              </a:ext>
            </a:extLst>
          </p:cNvPr>
          <p:cNvSpPr/>
          <p:nvPr/>
        </p:nvSpPr>
        <p:spPr>
          <a:xfrm>
            <a:off x="23225797" y="328246"/>
            <a:ext cx="5378512" cy="7690339"/>
          </a:xfrm>
          <a:prstGeom prst="roundRect">
            <a:avLst>
              <a:gd name="adj" fmla="val 5592"/>
            </a:avLst>
          </a:prstGeom>
          <a:solidFill>
            <a:schemeClr val="bg1"/>
          </a:solidFill>
          <a:ln w="57150"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Arial Black" panose="020B0A04020102020204" pitchFamily="34" charset="0"/>
            </a:endParaRPr>
          </a:p>
        </p:txBody>
      </p:sp>
      <p:sp>
        <p:nvSpPr>
          <p:cNvPr id="481" name="Rectangle : coins arrondis 480">
            <a:extLst>
              <a:ext uri="{FF2B5EF4-FFF2-40B4-BE49-F238E27FC236}">
                <a16:creationId xmlns:a16="http://schemas.microsoft.com/office/drawing/2014/main" id="{A4075580-7DB9-EA9D-C1CA-844FD9645AC9}"/>
              </a:ext>
            </a:extLst>
          </p:cNvPr>
          <p:cNvSpPr/>
          <p:nvPr/>
        </p:nvSpPr>
        <p:spPr>
          <a:xfrm>
            <a:off x="689474" y="328246"/>
            <a:ext cx="21889172" cy="7690339"/>
          </a:xfrm>
          <a:prstGeom prst="roundRect">
            <a:avLst>
              <a:gd name="adj" fmla="val 5592"/>
            </a:avLst>
          </a:prstGeom>
          <a:solidFill>
            <a:schemeClr val="bg1"/>
          </a:solidFill>
          <a:ln w="57150"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Arial Black" panose="020B0A04020102020204" pitchFamily="34" charset="0"/>
            </a:endParaRPr>
          </a:p>
        </p:txBody>
      </p:sp>
      <p:sp>
        <p:nvSpPr>
          <p:cNvPr id="253" name="Rectangle : coins arrondis 252">
            <a:extLst>
              <a:ext uri="{FF2B5EF4-FFF2-40B4-BE49-F238E27FC236}">
                <a16:creationId xmlns:a16="http://schemas.microsoft.com/office/drawing/2014/main" id="{49AAE6B8-E049-A107-8EFA-0FFEB5A745EC}"/>
              </a:ext>
            </a:extLst>
          </p:cNvPr>
          <p:cNvSpPr/>
          <p:nvPr/>
        </p:nvSpPr>
        <p:spPr>
          <a:xfrm>
            <a:off x="1476061" y="1477108"/>
            <a:ext cx="4089600" cy="5680800"/>
          </a:xfrm>
          <a:prstGeom prst="roundRect">
            <a:avLst>
              <a:gd name="adj" fmla="val 5592"/>
            </a:avLst>
          </a:prstGeom>
          <a:solidFill>
            <a:schemeClr val="bg1"/>
          </a:solidFill>
          <a:ln w="57150"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Arial Black" panose="020B0A04020102020204" pitchFamily="34" charset="0"/>
            </a:endParaRPr>
          </a:p>
        </p:txBody>
      </p: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8C40940C-825A-7971-7C27-73955FEDD332}"/>
              </a:ext>
            </a:extLst>
          </p:cNvPr>
          <p:cNvGrpSpPr/>
          <p:nvPr/>
        </p:nvGrpSpPr>
        <p:grpSpPr>
          <a:xfrm>
            <a:off x="2657696" y="1808063"/>
            <a:ext cx="1801282" cy="1467474"/>
            <a:chOff x="4522667" y="682647"/>
            <a:chExt cx="1801282" cy="1467474"/>
          </a:xfrm>
        </p:grpSpPr>
        <p:cxnSp>
          <p:nvCxnSpPr>
            <p:cNvPr id="48" name="Connecteur droit avec flèche 47">
              <a:extLst>
                <a:ext uri="{FF2B5EF4-FFF2-40B4-BE49-F238E27FC236}">
                  <a16:creationId xmlns:a16="http://schemas.microsoft.com/office/drawing/2014/main" id="{569699B3-0197-FCF4-AF27-D135A4C70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4104" y="988067"/>
              <a:ext cx="636712" cy="726696"/>
            </a:xfrm>
            <a:prstGeom prst="straightConnector1">
              <a:avLst/>
            </a:prstGeom>
            <a:ln w="38100">
              <a:solidFill>
                <a:srgbClr val="4EA7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eur droit avec flèche 48">
              <a:extLst>
                <a:ext uri="{FF2B5EF4-FFF2-40B4-BE49-F238E27FC236}">
                  <a16:creationId xmlns:a16="http://schemas.microsoft.com/office/drawing/2014/main" id="{08E73941-2609-B7AF-A341-DCDE4BEF1F0E}"/>
                </a:ext>
              </a:extLst>
            </p:cNvPr>
            <p:cNvCxnSpPr>
              <a:cxnSpLocks/>
            </p:cNvCxnSpPr>
            <p:nvPr/>
          </p:nvCxnSpPr>
          <p:spPr>
            <a:xfrm>
              <a:off x="5429465" y="982641"/>
              <a:ext cx="618063" cy="702909"/>
            </a:xfrm>
            <a:prstGeom prst="straightConnector1">
              <a:avLst/>
            </a:prstGeom>
            <a:ln w="38100">
              <a:solidFill>
                <a:srgbClr val="4EA7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Accolades 49">
                  <a:extLst>
                    <a:ext uri="{FF2B5EF4-FFF2-40B4-BE49-F238E27FC236}">
                      <a16:creationId xmlns:a16="http://schemas.microsoft.com/office/drawing/2014/main" id="{3A80182A-472C-75B9-9F79-0991063E1BB8}"/>
                    </a:ext>
                  </a:extLst>
                </p:cNvPr>
                <p:cNvSpPr/>
                <p:nvPr/>
              </p:nvSpPr>
              <p:spPr>
                <a:xfrm>
                  <a:off x="4522667" y="1790121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ln w="38100">
                  <a:solidFill>
                    <a:srgbClr val="4EA7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tIns="0" rIns="18000" bIns="144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CA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Accolades 49">
                  <a:extLst>
                    <a:ext uri="{FF2B5EF4-FFF2-40B4-BE49-F238E27FC236}">
                      <a16:creationId xmlns:a16="http://schemas.microsoft.com/office/drawing/2014/main" id="{3A80182A-472C-75B9-9F79-0991063E1B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2667" y="1790121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solidFill>
                    <a:srgbClr val="4EA72E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Accolades 50">
                  <a:extLst>
                    <a:ext uri="{FF2B5EF4-FFF2-40B4-BE49-F238E27FC236}">
                      <a16:creationId xmlns:a16="http://schemas.microsoft.com/office/drawing/2014/main" id="{EEA0D36B-9CBD-60CD-ABB6-AA9C5D696B39}"/>
                    </a:ext>
                  </a:extLst>
                </p:cNvPr>
                <p:cNvSpPr/>
                <p:nvPr/>
              </p:nvSpPr>
              <p:spPr>
                <a:xfrm>
                  <a:off x="5833802" y="1783256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ln w="38100">
                  <a:solidFill>
                    <a:srgbClr val="4EA7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tIns="0" rIns="18000" bIns="144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CA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Accolades 50">
                  <a:extLst>
                    <a:ext uri="{FF2B5EF4-FFF2-40B4-BE49-F238E27FC236}">
                      <a16:creationId xmlns:a16="http://schemas.microsoft.com/office/drawing/2014/main" id="{EEA0D36B-9CBD-60CD-ABB6-AA9C5D696B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3802" y="1783256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solidFill>
                    <a:srgbClr val="4EA72E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Accolades 55">
                  <a:extLst>
                    <a:ext uri="{FF2B5EF4-FFF2-40B4-BE49-F238E27FC236}">
                      <a16:creationId xmlns:a16="http://schemas.microsoft.com/office/drawing/2014/main" id="{52A1F158-EC82-D431-85CF-B59D6A19F7DE}"/>
                    </a:ext>
                  </a:extLst>
                </p:cNvPr>
                <p:cNvSpPr/>
                <p:nvPr/>
              </p:nvSpPr>
              <p:spPr>
                <a:xfrm>
                  <a:off x="5174844" y="1786245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ln w="38100">
                  <a:solidFill>
                    <a:srgbClr val="4EA7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tIns="0" rIns="18000" bIns="144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A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Accolades 55">
                  <a:extLst>
                    <a:ext uri="{FF2B5EF4-FFF2-40B4-BE49-F238E27FC236}">
                      <a16:creationId xmlns:a16="http://schemas.microsoft.com/office/drawing/2014/main" id="{52A1F158-EC82-D431-85CF-B59D6A19F7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844" y="1786245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solidFill>
                    <a:srgbClr val="4EA72E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Connecteur droit avec flèche 58">
              <a:extLst>
                <a:ext uri="{FF2B5EF4-FFF2-40B4-BE49-F238E27FC236}">
                  <a16:creationId xmlns:a16="http://schemas.microsoft.com/office/drawing/2014/main" id="{E9FDFAA3-DA80-048D-DEC3-0D6482D13254}"/>
                </a:ext>
              </a:extLst>
            </p:cNvPr>
            <p:cNvCxnSpPr>
              <a:cxnSpLocks/>
            </p:cNvCxnSpPr>
            <p:nvPr/>
          </p:nvCxnSpPr>
          <p:spPr>
            <a:xfrm>
              <a:off x="5421353" y="981187"/>
              <a:ext cx="8112" cy="743173"/>
            </a:xfrm>
            <a:prstGeom prst="straightConnector1">
              <a:avLst/>
            </a:prstGeom>
            <a:ln w="38100">
              <a:solidFill>
                <a:srgbClr val="4EA7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Ellipse 59">
                  <a:extLst>
                    <a:ext uri="{FF2B5EF4-FFF2-40B4-BE49-F238E27FC236}">
                      <a16:creationId xmlns:a16="http://schemas.microsoft.com/office/drawing/2014/main" id="{35C67715-93CA-C0AB-CF9B-043AE3F6FF7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140816" y="682647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60" name="Ellipse 59">
                  <a:extLst>
                    <a:ext uri="{FF2B5EF4-FFF2-40B4-BE49-F238E27FC236}">
                      <a16:creationId xmlns:a16="http://schemas.microsoft.com/office/drawing/2014/main" id="{35C67715-93CA-C0AB-CF9B-043AE3F6FF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0816" y="682647"/>
                  <a:ext cx="540000" cy="54000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3024C90A-0999-1949-C890-0C41C3F8B1B9}"/>
              </a:ext>
            </a:extLst>
          </p:cNvPr>
          <p:cNvCxnSpPr>
            <a:cxnSpLocks/>
          </p:cNvCxnSpPr>
          <p:nvPr/>
        </p:nvCxnSpPr>
        <p:spPr>
          <a:xfrm flipH="1">
            <a:off x="2896641" y="3907114"/>
            <a:ext cx="636712" cy="726696"/>
          </a:xfrm>
          <a:prstGeom prst="straightConnector1">
            <a:avLst/>
          </a:prstGeom>
          <a:ln w="38100">
            <a:solidFill>
              <a:srgbClr val="073B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3D00AA4A-73BA-B655-2D47-55761CB266CB}"/>
              </a:ext>
            </a:extLst>
          </p:cNvPr>
          <p:cNvCxnSpPr>
            <a:cxnSpLocks/>
          </p:cNvCxnSpPr>
          <p:nvPr/>
        </p:nvCxnSpPr>
        <p:spPr>
          <a:xfrm>
            <a:off x="3552002" y="3901688"/>
            <a:ext cx="618063" cy="702909"/>
          </a:xfrm>
          <a:prstGeom prst="straightConnector1">
            <a:avLst/>
          </a:prstGeom>
          <a:ln w="38100">
            <a:solidFill>
              <a:srgbClr val="073B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Accolades 78">
                <a:extLst>
                  <a:ext uri="{FF2B5EF4-FFF2-40B4-BE49-F238E27FC236}">
                    <a16:creationId xmlns:a16="http://schemas.microsoft.com/office/drawing/2014/main" id="{539CE6F3-B9C2-8BF3-FC18-96D5E08A691B}"/>
                  </a:ext>
                </a:extLst>
              </p:cNvPr>
              <p:cNvSpPr/>
              <p:nvPr/>
            </p:nvSpPr>
            <p:spPr>
              <a:xfrm>
                <a:off x="2645204" y="4709168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073B4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79" name="Accolades 78">
                <a:extLst>
                  <a:ext uri="{FF2B5EF4-FFF2-40B4-BE49-F238E27FC236}">
                    <a16:creationId xmlns:a16="http://schemas.microsoft.com/office/drawing/2014/main" id="{539CE6F3-B9C2-8BF3-FC18-96D5E08A69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204" y="4709168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073B4C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Accolades 79">
                <a:extLst>
                  <a:ext uri="{FF2B5EF4-FFF2-40B4-BE49-F238E27FC236}">
                    <a16:creationId xmlns:a16="http://schemas.microsoft.com/office/drawing/2014/main" id="{EAB7872F-1F99-520C-775A-AC52DE3A8645}"/>
                  </a:ext>
                </a:extLst>
              </p:cNvPr>
              <p:cNvSpPr/>
              <p:nvPr/>
            </p:nvSpPr>
            <p:spPr>
              <a:xfrm>
                <a:off x="3956339" y="4702303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073B4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0" name="Accolades 79">
                <a:extLst>
                  <a:ext uri="{FF2B5EF4-FFF2-40B4-BE49-F238E27FC236}">
                    <a16:creationId xmlns:a16="http://schemas.microsoft.com/office/drawing/2014/main" id="{EAB7872F-1F99-520C-775A-AC52DE3A86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339" y="4702303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rgbClr val="073B4C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Accolades 80">
                <a:extLst>
                  <a:ext uri="{FF2B5EF4-FFF2-40B4-BE49-F238E27FC236}">
                    <a16:creationId xmlns:a16="http://schemas.microsoft.com/office/drawing/2014/main" id="{62C549BF-867F-6CD9-AE6F-E4AF25B51420}"/>
                  </a:ext>
                </a:extLst>
              </p:cNvPr>
              <p:cNvSpPr/>
              <p:nvPr/>
            </p:nvSpPr>
            <p:spPr>
              <a:xfrm>
                <a:off x="3297381" y="4705292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073B4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1" name="Accolades 80">
                <a:extLst>
                  <a:ext uri="{FF2B5EF4-FFF2-40B4-BE49-F238E27FC236}">
                    <a16:creationId xmlns:a16="http://schemas.microsoft.com/office/drawing/2014/main" id="{62C549BF-867F-6CD9-AE6F-E4AF25B514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381" y="4705292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rgbClr val="073B4C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1E96803F-2BE2-289E-2CAC-169EBBB5A71C}"/>
              </a:ext>
            </a:extLst>
          </p:cNvPr>
          <p:cNvCxnSpPr>
            <a:cxnSpLocks/>
          </p:cNvCxnSpPr>
          <p:nvPr/>
        </p:nvCxnSpPr>
        <p:spPr>
          <a:xfrm>
            <a:off x="3543890" y="3900234"/>
            <a:ext cx="8112" cy="743173"/>
          </a:xfrm>
          <a:prstGeom prst="straightConnector1">
            <a:avLst/>
          </a:prstGeom>
          <a:ln w="38100">
            <a:solidFill>
              <a:srgbClr val="073B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DE7E4623-69FE-F209-7C13-69F1F56D065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63353" y="3601694"/>
                <a:ext cx="540000" cy="540000"/>
              </a:xfrm>
              <a:prstGeom prst="ellipse">
                <a:avLst/>
              </a:prstGeom>
              <a:solidFill>
                <a:srgbClr val="073B4C"/>
              </a:solidFill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DE7E4623-69FE-F209-7C13-69F1F56D06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353" y="3601694"/>
                <a:ext cx="540000" cy="5400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6" name="Connecteur droit avec flèche 155">
            <a:extLst>
              <a:ext uri="{FF2B5EF4-FFF2-40B4-BE49-F238E27FC236}">
                <a16:creationId xmlns:a16="http://schemas.microsoft.com/office/drawing/2014/main" id="{9B84E1AB-2046-8964-4094-B5184E01A7D1}"/>
              </a:ext>
            </a:extLst>
          </p:cNvPr>
          <p:cNvCxnSpPr>
            <a:cxnSpLocks/>
          </p:cNvCxnSpPr>
          <p:nvPr/>
        </p:nvCxnSpPr>
        <p:spPr>
          <a:xfrm flipH="1">
            <a:off x="2884149" y="5648721"/>
            <a:ext cx="636712" cy="726696"/>
          </a:xfrm>
          <a:prstGeom prst="straightConnector1">
            <a:avLst/>
          </a:prstGeom>
          <a:ln w="38100">
            <a:solidFill>
              <a:srgbClr val="A200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avec flèche 157">
            <a:extLst>
              <a:ext uri="{FF2B5EF4-FFF2-40B4-BE49-F238E27FC236}">
                <a16:creationId xmlns:a16="http://schemas.microsoft.com/office/drawing/2014/main" id="{2C907E0D-796A-F3B3-2BED-B1C5868DF035}"/>
              </a:ext>
            </a:extLst>
          </p:cNvPr>
          <p:cNvCxnSpPr>
            <a:cxnSpLocks/>
          </p:cNvCxnSpPr>
          <p:nvPr/>
        </p:nvCxnSpPr>
        <p:spPr>
          <a:xfrm>
            <a:off x="3539510" y="5643295"/>
            <a:ext cx="618063" cy="702909"/>
          </a:xfrm>
          <a:prstGeom prst="straightConnector1">
            <a:avLst/>
          </a:prstGeom>
          <a:ln w="38100">
            <a:solidFill>
              <a:srgbClr val="A200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Accolades 158">
                <a:extLst>
                  <a:ext uri="{FF2B5EF4-FFF2-40B4-BE49-F238E27FC236}">
                    <a16:creationId xmlns:a16="http://schemas.microsoft.com/office/drawing/2014/main" id="{B21E8B0D-CB78-65EA-AC36-48EA85E8FD76}"/>
                  </a:ext>
                </a:extLst>
              </p:cNvPr>
              <p:cNvSpPr/>
              <p:nvPr/>
            </p:nvSpPr>
            <p:spPr>
              <a:xfrm>
                <a:off x="2632712" y="6450775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A200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59" name="Accolades 158">
                <a:extLst>
                  <a:ext uri="{FF2B5EF4-FFF2-40B4-BE49-F238E27FC236}">
                    <a16:creationId xmlns:a16="http://schemas.microsoft.com/office/drawing/2014/main" id="{B21E8B0D-CB78-65EA-AC36-48EA85E8FD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712" y="6450775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rgbClr val="A2003E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Accolades 159">
                <a:extLst>
                  <a:ext uri="{FF2B5EF4-FFF2-40B4-BE49-F238E27FC236}">
                    <a16:creationId xmlns:a16="http://schemas.microsoft.com/office/drawing/2014/main" id="{FBD2D71E-0999-C880-69A2-A11FFEEF11DE}"/>
                  </a:ext>
                </a:extLst>
              </p:cNvPr>
              <p:cNvSpPr/>
              <p:nvPr/>
            </p:nvSpPr>
            <p:spPr>
              <a:xfrm>
                <a:off x="3943847" y="6443910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A200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60" name="Accolades 159">
                <a:extLst>
                  <a:ext uri="{FF2B5EF4-FFF2-40B4-BE49-F238E27FC236}">
                    <a16:creationId xmlns:a16="http://schemas.microsoft.com/office/drawing/2014/main" id="{FBD2D71E-0999-C880-69A2-A11FFEEF11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847" y="6443910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12"/>
                <a:stretch>
                  <a:fillRect/>
                </a:stretch>
              </a:blipFill>
              <a:ln w="38100">
                <a:solidFill>
                  <a:srgbClr val="A2003E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Accolades 160">
                <a:extLst>
                  <a:ext uri="{FF2B5EF4-FFF2-40B4-BE49-F238E27FC236}">
                    <a16:creationId xmlns:a16="http://schemas.microsoft.com/office/drawing/2014/main" id="{EC79519C-48D9-9A37-9FB5-82627C9470A8}"/>
                  </a:ext>
                </a:extLst>
              </p:cNvPr>
              <p:cNvSpPr/>
              <p:nvPr/>
            </p:nvSpPr>
            <p:spPr>
              <a:xfrm>
                <a:off x="3284889" y="6446899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A200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61" name="Accolades 160">
                <a:extLst>
                  <a:ext uri="{FF2B5EF4-FFF2-40B4-BE49-F238E27FC236}">
                    <a16:creationId xmlns:a16="http://schemas.microsoft.com/office/drawing/2014/main" id="{EC79519C-48D9-9A37-9FB5-82627C9470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889" y="6446899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13"/>
                <a:stretch>
                  <a:fillRect/>
                </a:stretch>
              </a:blipFill>
              <a:ln w="38100">
                <a:solidFill>
                  <a:srgbClr val="A2003E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Connecteur droit avec flèche 167">
            <a:extLst>
              <a:ext uri="{FF2B5EF4-FFF2-40B4-BE49-F238E27FC236}">
                <a16:creationId xmlns:a16="http://schemas.microsoft.com/office/drawing/2014/main" id="{EAA46E6D-00D5-2119-AD32-5980BF220A7C}"/>
              </a:ext>
            </a:extLst>
          </p:cNvPr>
          <p:cNvCxnSpPr>
            <a:cxnSpLocks/>
          </p:cNvCxnSpPr>
          <p:nvPr/>
        </p:nvCxnSpPr>
        <p:spPr>
          <a:xfrm>
            <a:off x="3531398" y="5641841"/>
            <a:ext cx="8112" cy="743173"/>
          </a:xfrm>
          <a:prstGeom prst="straightConnector1">
            <a:avLst/>
          </a:prstGeom>
          <a:ln w="38100">
            <a:solidFill>
              <a:srgbClr val="A200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Ellipse 176">
                <a:extLst>
                  <a:ext uri="{FF2B5EF4-FFF2-40B4-BE49-F238E27FC236}">
                    <a16:creationId xmlns:a16="http://schemas.microsoft.com/office/drawing/2014/main" id="{768D38DE-DB44-9F7B-CBD0-6D6145ADB6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50861" y="5343301"/>
                <a:ext cx="540000" cy="540000"/>
              </a:xfrm>
              <a:prstGeom prst="ellipse">
                <a:avLst/>
              </a:prstGeom>
              <a:solidFill>
                <a:srgbClr val="A2003E"/>
              </a:solidFill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77" name="Ellipse 176">
                <a:extLst>
                  <a:ext uri="{FF2B5EF4-FFF2-40B4-BE49-F238E27FC236}">
                    <a16:creationId xmlns:a16="http://schemas.microsoft.com/office/drawing/2014/main" id="{768D38DE-DB44-9F7B-CBD0-6D6145ADB6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861" y="5343301"/>
                <a:ext cx="540000" cy="54000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5" name="ZoneTexte 464">
            <a:extLst>
              <a:ext uri="{FF2B5EF4-FFF2-40B4-BE49-F238E27FC236}">
                <a16:creationId xmlns:a16="http://schemas.microsoft.com/office/drawing/2014/main" id="{A05C1394-636D-747E-95AA-6636EC07C792}"/>
              </a:ext>
            </a:extLst>
          </p:cNvPr>
          <p:cNvSpPr txBox="1"/>
          <p:nvPr/>
        </p:nvSpPr>
        <p:spPr>
          <a:xfrm>
            <a:off x="1470244" y="7199858"/>
            <a:ext cx="40954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>
                <a:latin typeface="Cambria" panose="02040503050406030204" pitchFamily="18" charset="0"/>
                <a:ea typeface="Cambria" panose="02040503050406030204" pitchFamily="18" charset="0"/>
              </a:rPr>
              <a:t>Population of Agents</a:t>
            </a:r>
          </a:p>
        </p:txBody>
      </p:sp>
      <p:sp>
        <p:nvSpPr>
          <p:cNvPr id="275" name="Rectangle : coins arrondis 274">
            <a:extLst>
              <a:ext uri="{FF2B5EF4-FFF2-40B4-BE49-F238E27FC236}">
                <a16:creationId xmlns:a16="http://schemas.microsoft.com/office/drawing/2014/main" id="{388767B7-EFE1-A952-945C-DD7C17D576A3}"/>
              </a:ext>
            </a:extLst>
          </p:cNvPr>
          <p:cNvSpPr/>
          <p:nvPr/>
        </p:nvSpPr>
        <p:spPr>
          <a:xfrm>
            <a:off x="6911511" y="1477108"/>
            <a:ext cx="4090253" cy="5678872"/>
          </a:xfrm>
          <a:prstGeom prst="roundRect">
            <a:avLst>
              <a:gd name="adj" fmla="val 5592"/>
            </a:avLst>
          </a:prstGeom>
          <a:solidFill>
            <a:schemeClr val="bg1"/>
          </a:solidFill>
          <a:ln w="57150"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Arial Black" panose="020B0A04020102020204" pitchFamily="34" charset="0"/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80B72B2D-A44F-8A2D-FE91-61383F1600B5}"/>
              </a:ext>
            </a:extLst>
          </p:cNvPr>
          <p:cNvSpPr/>
          <p:nvPr/>
        </p:nvSpPr>
        <p:spPr>
          <a:xfrm>
            <a:off x="7846449" y="3371838"/>
            <a:ext cx="562707" cy="2070423"/>
          </a:xfrm>
          <a:prstGeom prst="rect">
            <a:avLst/>
          </a:prstGeom>
          <a:solidFill>
            <a:srgbClr val="4EA72E">
              <a:alpha val="23000"/>
            </a:srgb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407FD080-8762-4AFC-110B-D9AF0A54FCD2}"/>
              </a:ext>
            </a:extLst>
          </p:cNvPr>
          <p:cNvSpPr/>
          <p:nvPr/>
        </p:nvSpPr>
        <p:spPr>
          <a:xfrm>
            <a:off x="7846449" y="3741420"/>
            <a:ext cx="562707" cy="1700841"/>
          </a:xfrm>
          <a:prstGeom prst="rect">
            <a:avLst/>
          </a:prstGeom>
          <a:solidFill>
            <a:srgbClr val="4EA72E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BE1FBE7A-ABDF-DC51-2F5F-FEADA8976058}"/>
              </a:ext>
            </a:extLst>
          </p:cNvPr>
          <p:cNvSpPr/>
          <p:nvPr/>
        </p:nvSpPr>
        <p:spPr>
          <a:xfrm>
            <a:off x="9582321" y="3371838"/>
            <a:ext cx="562707" cy="2070423"/>
          </a:xfrm>
          <a:prstGeom prst="rect">
            <a:avLst/>
          </a:prstGeom>
          <a:solidFill>
            <a:srgbClr val="A2003E">
              <a:alpha val="23000"/>
            </a:srgb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566D3B29-0492-D156-D160-9B5832B617F9}"/>
              </a:ext>
            </a:extLst>
          </p:cNvPr>
          <p:cNvSpPr/>
          <p:nvPr/>
        </p:nvSpPr>
        <p:spPr>
          <a:xfrm>
            <a:off x="9582321" y="4141694"/>
            <a:ext cx="562707" cy="1300567"/>
          </a:xfrm>
          <a:prstGeom prst="rect">
            <a:avLst/>
          </a:prstGeom>
          <a:solidFill>
            <a:srgbClr val="A2003E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31EE2622-3AE5-51FB-64DF-F21828B52921}"/>
              </a:ext>
            </a:extLst>
          </p:cNvPr>
          <p:cNvSpPr/>
          <p:nvPr/>
        </p:nvSpPr>
        <p:spPr>
          <a:xfrm>
            <a:off x="8712907" y="3371838"/>
            <a:ext cx="562707" cy="2070423"/>
          </a:xfrm>
          <a:prstGeom prst="rect">
            <a:avLst/>
          </a:prstGeom>
          <a:solidFill>
            <a:srgbClr val="073B4C">
              <a:alpha val="23000"/>
            </a:srgb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6007498D-5D20-4942-ED46-D02E16206312}"/>
              </a:ext>
            </a:extLst>
          </p:cNvPr>
          <p:cNvSpPr/>
          <p:nvPr/>
        </p:nvSpPr>
        <p:spPr>
          <a:xfrm>
            <a:off x="8712907" y="5143500"/>
            <a:ext cx="562707" cy="298761"/>
          </a:xfrm>
          <a:prstGeom prst="rect">
            <a:avLst/>
          </a:prstGeom>
          <a:solidFill>
            <a:srgbClr val="073B4C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ZoneTexte 303">
                <a:extLst>
                  <a:ext uri="{FF2B5EF4-FFF2-40B4-BE49-F238E27FC236}">
                    <a16:creationId xmlns:a16="http://schemas.microsoft.com/office/drawing/2014/main" id="{545A03CF-652C-E7DB-7BD0-5E1CDF47B03B}"/>
                  </a:ext>
                </a:extLst>
              </p:cNvPr>
              <p:cNvSpPr txBox="1"/>
              <p:nvPr/>
            </p:nvSpPr>
            <p:spPr>
              <a:xfrm>
                <a:off x="7902812" y="5411008"/>
                <a:ext cx="5627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04" name="ZoneTexte 303">
                <a:extLst>
                  <a:ext uri="{FF2B5EF4-FFF2-40B4-BE49-F238E27FC236}">
                    <a16:creationId xmlns:a16="http://schemas.microsoft.com/office/drawing/2014/main" id="{545A03CF-652C-E7DB-7BD0-5E1CDF47B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812" y="5411008"/>
                <a:ext cx="562708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5" name="ZoneTexte 304">
                <a:extLst>
                  <a:ext uri="{FF2B5EF4-FFF2-40B4-BE49-F238E27FC236}">
                    <a16:creationId xmlns:a16="http://schemas.microsoft.com/office/drawing/2014/main" id="{4EAF2726-A902-EAC3-4396-05650609A630}"/>
                  </a:ext>
                </a:extLst>
              </p:cNvPr>
              <p:cNvSpPr txBox="1"/>
              <p:nvPr/>
            </p:nvSpPr>
            <p:spPr>
              <a:xfrm>
                <a:off x="8739746" y="5442261"/>
                <a:ext cx="5627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05" name="ZoneTexte 304">
                <a:extLst>
                  <a:ext uri="{FF2B5EF4-FFF2-40B4-BE49-F238E27FC236}">
                    <a16:creationId xmlns:a16="http://schemas.microsoft.com/office/drawing/2014/main" id="{4EAF2726-A902-EAC3-4396-05650609A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9746" y="5442261"/>
                <a:ext cx="562708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ZoneTexte 305">
                <a:extLst>
                  <a:ext uri="{FF2B5EF4-FFF2-40B4-BE49-F238E27FC236}">
                    <a16:creationId xmlns:a16="http://schemas.microsoft.com/office/drawing/2014/main" id="{C090BE0E-2823-E48C-62D8-147078BC33C0}"/>
                  </a:ext>
                </a:extLst>
              </p:cNvPr>
              <p:cNvSpPr txBox="1"/>
              <p:nvPr/>
            </p:nvSpPr>
            <p:spPr>
              <a:xfrm>
                <a:off x="9577024" y="5442260"/>
                <a:ext cx="5627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06" name="ZoneTexte 305">
                <a:extLst>
                  <a:ext uri="{FF2B5EF4-FFF2-40B4-BE49-F238E27FC236}">
                    <a16:creationId xmlns:a16="http://schemas.microsoft.com/office/drawing/2014/main" id="{C090BE0E-2823-E48C-62D8-147078BC3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7024" y="5442260"/>
                <a:ext cx="562708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6" name="ZoneTexte 465">
            <a:extLst>
              <a:ext uri="{FF2B5EF4-FFF2-40B4-BE49-F238E27FC236}">
                <a16:creationId xmlns:a16="http://schemas.microsoft.com/office/drawing/2014/main" id="{6291A551-0263-7012-7306-2F77399E6BF7}"/>
              </a:ext>
            </a:extLst>
          </p:cNvPr>
          <p:cNvSpPr txBox="1"/>
          <p:nvPr/>
        </p:nvSpPr>
        <p:spPr>
          <a:xfrm>
            <a:off x="7924215" y="7249873"/>
            <a:ext cx="2197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>
                <a:latin typeface="Cambria" panose="02040503050406030204" pitchFamily="18" charset="0"/>
                <a:ea typeface="Cambria" panose="02040503050406030204" pitchFamily="18" charset="0"/>
              </a:rPr>
              <a:t>Evaluation</a:t>
            </a:r>
          </a:p>
        </p:txBody>
      </p:sp>
      <p:sp>
        <p:nvSpPr>
          <p:cNvPr id="307" name="Rectangle : coins arrondis 306">
            <a:extLst>
              <a:ext uri="{FF2B5EF4-FFF2-40B4-BE49-F238E27FC236}">
                <a16:creationId xmlns:a16="http://schemas.microsoft.com/office/drawing/2014/main" id="{5F089789-C4A9-FA44-6439-BAADA1D6CFDF}"/>
              </a:ext>
            </a:extLst>
          </p:cNvPr>
          <p:cNvSpPr/>
          <p:nvPr/>
        </p:nvSpPr>
        <p:spPr>
          <a:xfrm>
            <a:off x="12347614" y="1470772"/>
            <a:ext cx="4089600" cy="5680800"/>
          </a:xfrm>
          <a:prstGeom prst="roundRect">
            <a:avLst>
              <a:gd name="adj" fmla="val 5592"/>
            </a:avLst>
          </a:prstGeom>
          <a:solidFill>
            <a:schemeClr val="bg1"/>
          </a:solidFill>
          <a:ln w="57150"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Arial Black" panose="020B0A04020102020204" pitchFamily="34" charset="0"/>
            </a:endParaRPr>
          </a:p>
        </p:txBody>
      </p:sp>
      <p:grpSp>
        <p:nvGrpSpPr>
          <p:cNvPr id="308" name="Groupe 307">
            <a:extLst>
              <a:ext uri="{FF2B5EF4-FFF2-40B4-BE49-F238E27FC236}">
                <a16:creationId xmlns:a16="http://schemas.microsoft.com/office/drawing/2014/main" id="{08127243-A26D-C646-E074-E392B4F87B4F}"/>
              </a:ext>
            </a:extLst>
          </p:cNvPr>
          <p:cNvGrpSpPr/>
          <p:nvPr/>
        </p:nvGrpSpPr>
        <p:grpSpPr>
          <a:xfrm>
            <a:off x="13529249" y="2575445"/>
            <a:ext cx="1801282" cy="1467474"/>
            <a:chOff x="4522667" y="682647"/>
            <a:chExt cx="1801282" cy="1467474"/>
          </a:xfrm>
        </p:grpSpPr>
        <p:cxnSp>
          <p:nvCxnSpPr>
            <p:cNvPr id="309" name="Connecteur droit avec flèche 308">
              <a:extLst>
                <a:ext uri="{FF2B5EF4-FFF2-40B4-BE49-F238E27FC236}">
                  <a16:creationId xmlns:a16="http://schemas.microsoft.com/office/drawing/2014/main" id="{DF0B30D1-CED6-DF59-0CCA-9F500BE39F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4104" y="988067"/>
              <a:ext cx="636712" cy="726696"/>
            </a:xfrm>
            <a:prstGeom prst="straightConnector1">
              <a:avLst/>
            </a:prstGeom>
            <a:ln w="38100">
              <a:solidFill>
                <a:srgbClr val="4EA7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necteur droit avec flèche 309">
              <a:extLst>
                <a:ext uri="{FF2B5EF4-FFF2-40B4-BE49-F238E27FC236}">
                  <a16:creationId xmlns:a16="http://schemas.microsoft.com/office/drawing/2014/main" id="{63811441-243C-1D7F-2A4B-FFF5939BB63A}"/>
                </a:ext>
              </a:extLst>
            </p:cNvPr>
            <p:cNvCxnSpPr>
              <a:cxnSpLocks/>
            </p:cNvCxnSpPr>
            <p:nvPr/>
          </p:nvCxnSpPr>
          <p:spPr>
            <a:xfrm>
              <a:off x="5429465" y="982641"/>
              <a:ext cx="618063" cy="702909"/>
            </a:xfrm>
            <a:prstGeom prst="straightConnector1">
              <a:avLst/>
            </a:prstGeom>
            <a:ln w="38100">
              <a:solidFill>
                <a:srgbClr val="4EA7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1" name="Accolades 310">
                  <a:extLst>
                    <a:ext uri="{FF2B5EF4-FFF2-40B4-BE49-F238E27FC236}">
                      <a16:creationId xmlns:a16="http://schemas.microsoft.com/office/drawing/2014/main" id="{5344480C-622C-F15F-F737-BEA8BA91C53D}"/>
                    </a:ext>
                  </a:extLst>
                </p:cNvPr>
                <p:cNvSpPr/>
                <p:nvPr/>
              </p:nvSpPr>
              <p:spPr>
                <a:xfrm>
                  <a:off x="4522667" y="1790121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ln w="38100">
                  <a:solidFill>
                    <a:srgbClr val="4EA7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tIns="0" rIns="18000" bIns="144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CA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311" name="Accolades 310">
                  <a:extLst>
                    <a:ext uri="{FF2B5EF4-FFF2-40B4-BE49-F238E27FC236}">
                      <a16:creationId xmlns:a16="http://schemas.microsoft.com/office/drawing/2014/main" id="{5344480C-622C-F15F-F737-BEA8BA91C5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2667" y="1790121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blipFill>
                  <a:blip r:embed="rId18"/>
                  <a:stretch>
                    <a:fillRect/>
                  </a:stretch>
                </a:blipFill>
                <a:ln w="38100">
                  <a:solidFill>
                    <a:srgbClr val="4EA72E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2" name="Accolades 311">
                  <a:extLst>
                    <a:ext uri="{FF2B5EF4-FFF2-40B4-BE49-F238E27FC236}">
                      <a16:creationId xmlns:a16="http://schemas.microsoft.com/office/drawing/2014/main" id="{4683477B-216E-4144-3754-98DF857360CC}"/>
                    </a:ext>
                  </a:extLst>
                </p:cNvPr>
                <p:cNvSpPr/>
                <p:nvPr/>
              </p:nvSpPr>
              <p:spPr>
                <a:xfrm>
                  <a:off x="5833802" y="1783256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ln w="38100">
                  <a:solidFill>
                    <a:srgbClr val="4EA7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tIns="0" rIns="18000" bIns="144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CA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312" name="Accolades 311">
                  <a:extLst>
                    <a:ext uri="{FF2B5EF4-FFF2-40B4-BE49-F238E27FC236}">
                      <a16:creationId xmlns:a16="http://schemas.microsoft.com/office/drawing/2014/main" id="{4683477B-216E-4144-3754-98DF857360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3802" y="1783256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blipFill>
                  <a:blip r:embed="rId19"/>
                  <a:stretch>
                    <a:fillRect/>
                  </a:stretch>
                </a:blipFill>
                <a:ln w="38100">
                  <a:solidFill>
                    <a:srgbClr val="4EA72E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3" name="Accolades 312">
                  <a:extLst>
                    <a:ext uri="{FF2B5EF4-FFF2-40B4-BE49-F238E27FC236}">
                      <a16:creationId xmlns:a16="http://schemas.microsoft.com/office/drawing/2014/main" id="{F1A1F5D4-E2D0-C269-4B0D-18E3DC73E498}"/>
                    </a:ext>
                  </a:extLst>
                </p:cNvPr>
                <p:cNvSpPr/>
                <p:nvPr/>
              </p:nvSpPr>
              <p:spPr>
                <a:xfrm>
                  <a:off x="5174844" y="1786245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ln w="38100">
                  <a:solidFill>
                    <a:srgbClr val="4EA7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tIns="0" rIns="18000" bIns="144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A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313" name="Accolades 312">
                  <a:extLst>
                    <a:ext uri="{FF2B5EF4-FFF2-40B4-BE49-F238E27FC236}">
                      <a16:creationId xmlns:a16="http://schemas.microsoft.com/office/drawing/2014/main" id="{F1A1F5D4-E2D0-C269-4B0D-18E3DC73E4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844" y="1786245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blipFill>
                  <a:blip r:embed="rId20"/>
                  <a:stretch>
                    <a:fillRect/>
                  </a:stretch>
                </a:blipFill>
                <a:ln w="38100">
                  <a:solidFill>
                    <a:srgbClr val="4EA72E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4" name="Connecteur droit avec flèche 313">
              <a:extLst>
                <a:ext uri="{FF2B5EF4-FFF2-40B4-BE49-F238E27FC236}">
                  <a16:creationId xmlns:a16="http://schemas.microsoft.com/office/drawing/2014/main" id="{6C05F86A-1C4F-0F46-6B2E-58E3DD30C1BF}"/>
                </a:ext>
              </a:extLst>
            </p:cNvPr>
            <p:cNvCxnSpPr>
              <a:cxnSpLocks/>
            </p:cNvCxnSpPr>
            <p:nvPr/>
          </p:nvCxnSpPr>
          <p:spPr>
            <a:xfrm>
              <a:off x="5421353" y="981187"/>
              <a:ext cx="8112" cy="743173"/>
            </a:xfrm>
            <a:prstGeom prst="straightConnector1">
              <a:avLst/>
            </a:prstGeom>
            <a:ln w="38100">
              <a:solidFill>
                <a:srgbClr val="4EA7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5" name="Ellipse 314">
                  <a:extLst>
                    <a:ext uri="{FF2B5EF4-FFF2-40B4-BE49-F238E27FC236}">
                      <a16:creationId xmlns:a16="http://schemas.microsoft.com/office/drawing/2014/main" id="{409E7EBD-1FFE-CB3D-25C1-0D1C8F4E7C6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140816" y="682647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15" name="Ellipse 314">
                  <a:extLst>
                    <a:ext uri="{FF2B5EF4-FFF2-40B4-BE49-F238E27FC236}">
                      <a16:creationId xmlns:a16="http://schemas.microsoft.com/office/drawing/2014/main" id="{409E7EBD-1FFE-CB3D-25C1-0D1C8F4E7C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0816" y="682647"/>
                  <a:ext cx="540000" cy="540000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23" name="Connecteur droit avec flèche 322">
            <a:extLst>
              <a:ext uri="{FF2B5EF4-FFF2-40B4-BE49-F238E27FC236}">
                <a16:creationId xmlns:a16="http://schemas.microsoft.com/office/drawing/2014/main" id="{9C80EEA8-55CC-4105-3794-10422066AF50}"/>
              </a:ext>
            </a:extLst>
          </p:cNvPr>
          <p:cNvCxnSpPr>
            <a:cxnSpLocks/>
          </p:cNvCxnSpPr>
          <p:nvPr/>
        </p:nvCxnSpPr>
        <p:spPr>
          <a:xfrm flipH="1">
            <a:off x="13755702" y="4985893"/>
            <a:ext cx="636712" cy="726696"/>
          </a:xfrm>
          <a:prstGeom prst="straightConnector1">
            <a:avLst/>
          </a:prstGeom>
          <a:ln w="38100">
            <a:solidFill>
              <a:srgbClr val="A200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eur droit avec flèche 323">
            <a:extLst>
              <a:ext uri="{FF2B5EF4-FFF2-40B4-BE49-F238E27FC236}">
                <a16:creationId xmlns:a16="http://schemas.microsoft.com/office/drawing/2014/main" id="{35BAE246-F5A3-D73C-6044-AE61FF3DA99B}"/>
              </a:ext>
            </a:extLst>
          </p:cNvPr>
          <p:cNvCxnSpPr>
            <a:cxnSpLocks/>
          </p:cNvCxnSpPr>
          <p:nvPr/>
        </p:nvCxnSpPr>
        <p:spPr>
          <a:xfrm>
            <a:off x="14411063" y="4980467"/>
            <a:ext cx="618063" cy="702909"/>
          </a:xfrm>
          <a:prstGeom prst="straightConnector1">
            <a:avLst/>
          </a:prstGeom>
          <a:ln w="38100">
            <a:solidFill>
              <a:srgbClr val="A200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Accolades 324">
                <a:extLst>
                  <a:ext uri="{FF2B5EF4-FFF2-40B4-BE49-F238E27FC236}">
                    <a16:creationId xmlns:a16="http://schemas.microsoft.com/office/drawing/2014/main" id="{F96CBFCE-4D34-492C-1B07-180C646EE361}"/>
                  </a:ext>
                </a:extLst>
              </p:cNvPr>
              <p:cNvSpPr/>
              <p:nvPr/>
            </p:nvSpPr>
            <p:spPr>
              <a:xfrm>
                <a:off x="13504265" y="5787947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A200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25" name="Accolades 324">
                <a:extLst>
                  <a:ext uri="{FF2B5EF4-FFF2-40B4-BE49-F238E27FC236}">
                    <a16:creationId xmlns:a16="http://schemas.microsoft.com/office/drawing/2014/main" id="{F96CBFCE-4D34-492C-1B07-180C646EE3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4265" y="5787947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22"/>
                <a:stretch>
                  <a:fillRect/>
                </a:stretch>
              </a:blipFill>
              <a:ln w="38100">
                <a:solidFill>
                  <a:srgbClr val="A2003E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Accolades 325">
                <a:extLst>
                  <a:ext uri="{FF2B5EF4-FFF2-40B4-BE49-F238E27FC236}">
                    <a16:creationId xmlns:a16="http://schemas.microsoft.com/office/drawing/2014/main" id="{3FEFC649-3F85-8735-DFE0-FC5D94608F23}"/>
                  </a:ext>
                </a:extLst>
              </p:cNvPr>
              <p:cNvSpPr/>
              <p:nvPr/>
            </p:nvSpPr>
            <p:spPr>
              <a:xfrm>
                <a:off x="14815400" y="5781082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A200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26" name="Accolades 325">
                <a:extLst>
                  <a:ext uri="{FF2B5EF4-FFF2-40B4-BE49-F238E27FC236}">
                    <a16:creationId xmlns:a16="http://schemas.microsoft.com/office/drawing/2014/main" id="{3FEFC649-3F85-8735-DFE0-FC5D94608F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5400" y="5781082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23"/>
                <a:stretch>
                  <a:fillRect/>
                </a:stretch>
              </a:blipFill>
              <a:ln w="38100">
                <a:solidFill>
                  <a:srgbClr val="A2003E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Accolades 326">
                <a:extLst>
                  <a:ext uri="{FF2B5EF4-FFF2-40B4-BE49-F238E27FC236}">
                    <a16:creationId xmlns:a16="http://schemas.microsoft.com/office/drawing/2014/main" id="{080E0C7E-56FE-3116-CC89-79918DDD3500}"/>
                  </a:ext>
                </a:extLst>
              </p:cNvPr>
              <p:cNvSpPr/>
              <p:nvPr/>
            </p:nvSpPr>
            <p:spPr>
              <a:xfrm>
                <a:off x="14156442" y="5784071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A200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27" name="Accolades 326">
                <a:extLst>
                  <a:ext uri="{FF2B5EF4-FFF2-40B4-BE49-F238E27FC236}">
                    <a16:creationId xmlns:a16="http://schemas.microsoft.com/office/drawing/2014/main" id="{080E0C7E-56FE-3116-CC89-79918DDD35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6442" y="5784071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24"/>
                <a:stretch>
                  <a:fillRect/>
                </a:stretch>
              </a:blipFill>
              <a:ln w="38100">
                <a:solidFill>
                  <a:srgbClr val="A2003E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8" name="Connecteur droit avec flèche 327">
            <a:extLst>
              <a:ext uri="{FF2B5EF4-FFF2-40B4-BE49-F238E27FC236}">
                <a16:creationId xmlns:a16="http://schemas.microsoft.com/office/drawing/2014/main" id="{AF36B409-8DFB-7742-9515-A59002110FFC}"/>
              </a:ext>
            </a:extLst>
          </p:cNvPr>
          <p:cNvCxnSpPr>
            <a:cxnSpLocks/>
          </p:cNvCxnSpPr>
          <p:nvPr/>
        </p:nvCxnSpPr>
        <p:spPr>
          <a:xfrm>
            <a:off x="14402951" y="4979013"/>
            <a:ext cx="8112" cy="743173"/>
          </a:xfrm>
          <a:prstGeom prst="straightConnector1">
            <a:avLst/>
          </a:prstGeom>
          <a:ln w="38100">
            <a:solidFill>
              <a:srgbClr val="A200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Ellipse 328">
                <a:extLst>
                  <a:ext uri="{FF2B5EF4-FFF2-40B4-BE49-F238E27FC236}">
                    <a16:creationId xmlns:a16="http://schemas.microsoft.com/office/drawing/2014/main" id="{16734BE6-D84C-A4DD-E425-8C5DE4C1005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122414" y="4680473"/>
                <a:ext cx="540000" cy="540000"/>
              </a:xfrm>
              <a:prstGeom prst="ellipse">
                <a:avLst/>
              </a:prstGeom>
              <a:solidFill>
                <a:srgbClr val="A2003E"/>
              </a:solidFill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29" name="Ellipse 328">
                <a:extLst>
                  <a:ext uri="{FF2B5EF4-FFF2-40B4-BE49-F238E27FC236}">
                    <a16:creationId xmlns:a16="http://schemas.microsoft.com/office/drawing/2014/main" id="{16734BE6-D84C-A4DD-E425-8C5DE4C100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2414" y="4680473"/>
                <a:ext cx="540000" cy="540000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7" name="ZoneTexte 466">
            <a:extLst>
              <a:ext uri="{FF2B5EF4-FFF2-40B4-BE49-F238E27FC236}">
                <a16:creationId xmlns:a16="http://schemas.microsoft.com/office/drawing/2014/main" id="{6D581951-E864-AB52-4DD4-D89C4F85C4DF}"/>
              </a:ext>
            </a:extLst>
          </p:cNvPr>
          <p:cNvSpPr txBox="1"/>
          <p:nvPr/>
        </p:nvSpPr>
        <p:spPr>
          <a:xfrm>
            <a:off x="13434555" y="7249873"/>
            <a:ext cx="19157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>
                <a:latin typeface="Cambria" panose="02040503050406030204" pitchFamily="18" charset="0"/>
                <a:ea typeface="Cambria" panose="02040503050406030204" pitchFamily="18" charset="0"/>
              </a:rPr>
              <a:t>Selection</a:t>
            </a:r>
          </a:p>
        </p:txBody>
      </p:sp>
      <p:sp>
        <p:nvSpPr>
          <p:cNvPr id="442" name="Rectangle : coins arrondis 441">
            <a:extLst>
              <a:ext uri="{FF2B5EF4-FFF2-40B4-BE49-F238E27FC236}">
                <a16:creationId xmlns:a16="http://schemas.microsoft.com/office/drawing/2014/main" id="{695F4770-8AC0-813D-E92F-D278FDDBC1A7}"/>
              </a:ext>
            </a:extLst>
          </p:cNvPr>
          <p:cNvSpPr/>
          <p:nvPr/>
        </p:nvSpPr>
        <p:spPr>
          <a:xfrm>
            <a:off x="17783063" y="1477108"/>
            <a:ext cx="4089600" cy="5680800"/>
          </a:xfrm>
          <a:prstGeom prst="roundRect">
            <a:avLst>
              <a:gd name="adj" fmla="val 5592"/>
            </a:avLst>
          </a:prstGeom>
          <a:solidFill>
            <a:schemeClr val="bg1"/>
          </a:solidFill>
          <a:ln w="57150"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Arial Black" panose="020B0A04020102020204" pitchFamily="34" charset="0"/>
            </a:endParaRPr>
          </a:p>
        </p:txBody>
      </p:sp>
      <p:grpSp>
        <p:nvGrpSpPr>
          <p:cNvPr id="443" name="Groupe 442">
            <a:extLst>
              <a:ext uri="{FF2B5EF4-FFF2-40B4-BE49-F238E27FC236}">
                <a16:creationId xmlns:a16="http://schemas.microsoft.com/office/drawing/2014/main" id="{8A8C8A6B-C854-0C6E-F6E5-649E982DD48C}"/>
              </a:ext>
            </a:extLst>
          </p:cNvPr>
          <p:cNvGrpSpPr/>
          <p:nvPr/>
        </p:nvGrpSpPr>
        <p:grpSpPr>
          <a:xfrm>
            <a:off x="18964698" y="1808063"/>
            <a:ext cx="1801282" cy="1467474"/>
            <a:chOff x="4522667" y="682647"/>
            <a:chExt cx="1801282" cy="1467474"/>
          </a:xfrm>
        </p:grpSpPr>
        <p:cxnSp>
          <p:nvCxnSpPr>
            <p:cNvPr id="444" name="Connecteur droit avec flèche 443">
              <a:extLst>
                <a:ext uri="{FF2B5EF4-FFF2-40B4-BE49-F238E27FC236}">
                  <a16:creationId xmlns:a16="http://schemas.microsoft.com/office/drawing/2014/main" id="{9E1B0FBF-CB95-3370-B8C0-BA44F9DD8B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4104" y="988067"/>
              <a:ext cx="636712" cy="726696"/>
            </a:xfrm>
            <a:prstGeom prst="straightConnector1">
              <a:avLst/>
            </a:prstGeom>
            <a:ln w="38100">
              <a:solidFill>
                <a:srgbClr val="4EA7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Connecteur droit avec flèche 444">
              <a:extLst>
                <a:ext uri="{FF2B5EF4-FFF2-40B4-BE49-F238E27FC236}">
                  <a16:creationId xmlns:a16="http://schemas.microsoft.com/office/drawing/2014/main" id="{916BC73A-4FAA-7FDD-6F21-0EF97E42298A}"/>
                </a:ext>
              </a:extLst>
            </p:cNvPr>
            <p:cNvCxnSpPr>
              <a:cxnSpLocks/>
            </p:cNvCxnSpPr>
            <p:nvPr/>
          </p:nvCxnSpPr>
          <p:spPr>
            <a:xfrm>
              <a:off x="5429465" y="982641"/>
              <a:ext cx="618063" cy="702909"/>
            </a:xfrm>
            <a:prstGeom prst="straightConnector1">
              <a:avLst/>
            </a:prstGeom>
            <a:ln w="38100">
              <a:solidFill>
                <a:srgbClr val="4EA7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6" name="Accolades 445">
                  <a:extLst>
                    <a:ext uri="{FF2B5EF4-FFF2-40B4-BE49-F238E27FC236}">
                      <a16:creationId xmlns:a16="http://schemas.microsoft.com/office/drawing/2014/main" id="{313E4413-40BD-3DAC-6D00-C43BA0ACE60E}"/>
                    </a:ext>
                  </a:extLst>
                </p:cNvPr>
                <p:cNvSpPr/>
                <p:nvPr/>
              </p:nvSpPr>
              <p:spPr>
                <a:xfrm>
                  <a:off x="4522667" y="1790121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ln w="38100">
                  <a:solidFill>
                    <a:srgbClr val="4EA7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tIns="0" rIns="18000" bIns="144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CA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446" name="Accolades 445">
                  <a:extLst>
                    <a:ext uri="{FF2B5EF4-FFF2-40B4-BE49-F238E27FC236}">
                      <a16:creationId xmlns:a16="http://schemas.microsoft.com/office/drawing/2014/main" id="{313E4413-40BD-3DAC-6D00-C43BA0ACE6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2667" y="1790121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blipFill>
                  <a:blip r:embed="rId26"/>
                  <a:stretch>
                    <a:fillRect/>
                  </a:stretch>
                </a:blipFill>
                <a:ln w="38100">
                  <a:solidFill>
                    <a:srgbClr val="4EA72E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7" name="Accolades 446">
                  <a:extLst>
                    <a:ext uri="{FF2B5EF4-FFF2-40B4-BE49-F238E27FC236}">
                      <a16:creationId xmlns:a16="http://schemas.microsoft.com/office/drawing/2014/main" id="{4108845F-6A7B-09DC-82AA-CC39B23032ED}"/>
                    </a:ext>
                  </a:extLst>
                </p:cNvPr>
                <p:cNvSpPr/>
                <p:nvPr/>
              </p:nvSpPr>
              <p:spPr>
                <a:xfrm>
                  <a:off x="5833802" y="1783256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ln w="38100">
                  <a:solidFill>
                    <a:srgbClr val="4EA7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tIns="0" rIns="18000" bIns="144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CA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447" name="Accolades 446">
                  <a:extLst>
                    <a:ext uri="{FF2B5EF4-FFF2-40B4-BE49-F238E27FC236}">
                      <a16:creationId xmlns:a16="http://schemas.microsoft.com/office/drawing/2014/main" id="{4108845F-6A7B-09DC-82AA-CC39B23032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3802" y="1783256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blipFill>
                  <a:blip r:embed="rId27"/>
                  <a:stretch>
                    <a:fillRect/>
                  </a:stretch>
                </a:blipFill>
                <a:ln w="38100">
                  <a:solidFill>
                    <a:srgbClr val="4EA72E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8" name="Accolades 447">
                  <a:extLst>
                    <a:ext uri="{FF2B5EF4-FFF2-40B4-BE49-F238E27FC236}">
                      <a16:creationId xmlns:a16="http://schemas.microsoft.com/office/drawing/2014/main" id="{82CEC30F-5931-B982-E564-15EDDF09E0CC}"/>
                    </a:ext>
                  </a:extLst>
                </p:cNvPr>
                <p:cNvSpPr/>
                <p:nvPr/>
              </p:nvSpPr>
              <p:spPr>
                <a:xfrm>
                  <a:off x="5174844" y="1786245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ln w="38100">
                  <a:solidFill>
                    <a:srgbClr val="4EA7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tIns="0" rIns="18000" bIns="144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A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448" name="Accolades 447">
                  <a:extLst>
                    <a:ext uri="{FF2B5EF4-FFF2-40B4-BE49-F238E27FC236}">
                      <a16:creationId xmlns:a16="http://schemas.microsoft.com/office/drawing/2014/main" id="{82CEC30F-5931-B982-E564-15EDDF09E0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844" y="1786245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blipFill>
                  <a:blip r:embed="rId28"/>
                  <a:stretch>
                    <a:fillRect/>
                  </a:stretch>
                </a:blipFill>
                <a:ln w="38100">
                  <a:solidFill>
                    <a:srgbClr val="4EA72E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9" name="Connecteur droit avec flèche 448">
              <a:extLst>
                <a:ext uri="{FF2B5EF4-FFF2-40B4-BE49-F238E27FC236}">
                  <a16:creationId xmlns:a16="http://schemas.microsoft.com/office/drawing/2014/main" id="{0E438C37-6D26-FABA-930B-23783354DB92}"/>
                </a:ext>
              </a:extLst>
            </p:cNvPr>
            <p:cNvCxnSpPr>
              <a:cxnSpLocks/>
            </p:cNvCxnSpPr>
            <p:nvPr/>
          </p:nvCxnSpPr>
          <p:spPr>
            <a:xfrm>
              <a:off x="5421353" y="981187"/>
              <a:ext cx="8112" cy="743173"/>
            </a:xfrm>
            <a:prstGeom prst="straightConnector1">
              <a:avLst/>
            </a:prstGeom>
            <a:ln w="38100">
              <a:solidFill>
                <a:srgbClr val="4EA7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0" name="Ellipse 449">
                  <a:extLst>
                    <a:ext uri="{FF2B5EF4-FFF2-40B4-BE49-F238E27FC236}">
                      <a16:creationId xmlns:a16="http://schemas.microsoft.com/office/drawing/2014/main" id="{9E0937D0-7767-C650-B762-63E5F937DF9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140816" y="682647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50" name="Ellipse 449">
                  <a:extLst>
                    <a:ext uri="{FF2B5EF4-FFF2-40B4-BE49-F238E27FC236}">
                      <a16:creationId xmlns:a16="http://schemas.microsoft.com/office/drawing/2014/main" id="{9E0937D0-7767-C650-B762-63E5F937DF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0816" y="682647"/>
                  <a:ext cx="540000" cy="540000"/>
                </a:xfrm>
                <a:prstGeom prst="ellipse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51" name="Connecteur droit avec flèche 450">
            <a:extLst>
              <a:ext uri="{FF2B5EF4-FFF2-40B4-BE49-F238E27FC236}">
                <a16:creationId xmlns:a16="http://schemas.microsoft.com/office/drawing/2014/main" id="{35BBD61D-8B2C-463E-8C42-A68424C349CE}"/>
              </a:ext>
            </a:extLst>
          </p:cNvPr>
          <p:cNvCxnSpPr>
            <a:cxnSpLocks/>
          </p:cNvCxnSpPr>
          <p:nvPr/>
        </p:nvCxnSpPr>
        <p:spPr>
          <a:xfrm flipH="1">
            <a:off x="19203643" y="3907114"/>
            <a:ext cx="636712" cy="726696"/>
          </a:xfrm>
          <a:prstGeom prst="straightConnector1">
            <a:avLst/>
          </a:prstGeom>
          <a:ln w="38100">
            <a:solidFill>
              <a:srgbClr val="4EA7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eur droit avec flèche 451">
            <a:extLst>
              <a:ext uri="{FF2B5EF4-FFF2-40B4-BE49-F238E27FC236}">
                <a16:creationId xmlns:a16="http://schemas.microsoft.com/office/drawing/2014/main" id="{FD649C4B-940B-B963-7641-D5A542D652AF}"/>
              </a:ext>
            </a:extLst>
          </p:cNvPr>
          <p:cNvCxnSpPr>
            <a:cxnSpLocks/>
          </p:cNvCxnSpPr>
          <p:nvPr/>
        </p:nvCxnSpPr>
        <p:spPr>
          <a:xfrm>
            <a:off x="19859004" y="3901688"/>
            <a:ext cx="618063" cy="702909"/>
          </a:xfrm>
          <a:prstGeom prst="straightConnector1">
            <a:avLst/>
          </a:prstGeom>
          <a:ln w="38100">
            <a:solidFill>
              <a:srgbClr val="A200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3" name="Accolades 452">
                <a:extLst>
                  <a:ext uri="{FF2B5EF4-FFF2-40B4-BE49-F238E27FC236}">
                    <a16:creationId xmlns:a16="http://schemas.microsoft.com/office/drawing/2014/main" id="{25338657-5F5A-E981-B56D-97A415C0FB5A}"/>
                  </a:ext>
                </a:extLst>
              </p:cNvPr>
              <p:cNvSpPr/>
              <p:nvPr/>
            </p:nvSpPr>
            <p:spPr>
              <a:xfrm>
                <a:off x="18952206" y="4709168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4EA72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53" name="Accolades 452">
                <a:extLst>
                  <a:ext uri="{FF2B5EF4-FFF2-40B4-BE49-F238E27FC236}">
                    <a16:creationId xmlns:a16="http://schemas.microsoft.com/office/drawing/2014/main" id="{25338657-5F5A-E981-B56D-97A415C0FB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2206" y="4709168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30"/>
                <a:stretch>
                  <a:fillRect/>
                </a:stretch>
              </a:blipFill>
              <a:ln w="38100">
                <a:solidFill>
                  <a:srgbClr val="4EA72E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4" name="Accolades 453">
                <a:extLst>
                  <a:ext uri="{FF2B5EF4-FFF2-40B4-BE49-F238E27FC236}">
                    <a16:creationId xmlns:a16="http://schemas.microsoft.com/office/drawing/2014/main" id="{1B59BF10-9679-D8C3-6FA8-5A3D19E9F306}"/>
                  </a:ext>
                </a:extLst>
              </p:cNvPr>
              <p:cNvSpPr/>
              <p:nvPr/>
            </p:nvSpPr>
            <p:spPr>
              <a:xfrm>
                <a:off x="20263341" y="4702303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A200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54" name="Accolades 453">
                <a:extLst>
                  <a:ext uri="{FF2B5EF4-FFF2-40B4-BE49-F238E27FC236}">
                    <a16:creationId xmlns:a16="http://schemas.microsoft.com/office/drawing/2014/main" id="{1B59BF10-9679-D8C3-6FA8-5A3D19E9F3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3341" y="4702303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31"/>
                <a:stretch>
                  <a:fillRect/>
                </a:stretch>
              </a:blipFill>
              <a:ln w="38100">
                <a:solidFill>
                  <a:srgbClr val="A2003E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5" name="Accolades 454">
                <a:extLst>
                  <a:ext uri="{FF2B5EF4-FFF2-40B4-BE49-F238E27FC236}">
                    <a16:creationId xmlns:a16="http://schemas.microsoft.com/office/drawing/2014/main" id="{52CB73C8-8491-0AF2-21CE-4EDA905019C4}"/>
                  </a:ext>
                </a:extLst>
              </p:cNvPr>
              <p:cNvSpPr/>
              <p:nvPr/>
            </p:nvSpPr>
            <p:spPr>
              <a:xfrm>
                <a:off x="19604383" y="4705292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4EA72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455" name="Accolades 454">
                <a:extLst>
                  <a:ext uri="{FF2B5EF4-FFF2-40B4-BE49-F238E27FC236}">
                    <a16:creationId xmlns:a16="http://schemas.microsoft.com/office/drawing/2014/main" id="{52CB73C8-8491-0AF2-21CE-4EDA905019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4383" y="4705292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32"/>
                <a:stretch>
                  <a:fillRect/>
                </a:stretch>
              </a:blipFill>
              <a:ln w="38100">
                <a:solidFill>
                  <a:srgbClr val="4EA72E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6" name="Connecteur droit avec flèche 455">
            <a:extLst>
              <a:ext uri="{FF2B5EF4-FFF2-40B4-BE49-F238E27FC236}">
                <a16:creationId xmlns:a16="http://schemas.microsoft.com/office/drawing/2014/main" id="{5CC324A6-696D-1E66-037D-802E3470E846}"/>
              </a:ext>
            </a:extLst>
          </p:cNvPr>
          <p:cNvCxnSpPr>
            <a:cxnSpLocks/>
          </p:cNvCxnSpPr>
          <p:nvPr/>
        </p:nvCxnSpPr>
        <p:spPr>
          <a:xfrm>
            <a:off x="19850892" y="3900234"/>
            <a:ext cx="8112" cy="743173"/>
          </a:xfrm>
          <a:prstGeom prst="straightConnector1">
            <a:avLst/>
          </a:prstGeom>
          <a:ln w="38100">
            <a:solidFill>
              <a:srgbClr val="4EA7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7" name="Ellipse 456">
                <a:extLst>
                  <a:ext uri="{FF2B5EF4-FFF2-40B4-BE49-F238E27FC236}">
                    <a16:creationId xmlns:a16="http://schemas.microsoft.com/office/drawing/2014/main" id="{87220339-630D-3B73-4D70-7AE054362A0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570355" y="3601694"/>
                <a:ext cx="540000" cy="540000"/>
              </a:xfrm>
              <a:prstGeom prst="ellipse">
                <a:avLst/>
              </a:prstGeom>
              <a:gradFill>
                <a:gsLst>
                  <a:gs pos="69000">
                    <a:srgbClr val="921060"/>
                  </a:gs>
                  <a:gs pos="68000">
                    <a:srgbClr val="4EA72E"/>
                  </a:gs>
                </a:gsLst>
                <a:lin ang="0" scaled="0"/>
              </a:gradFill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57" name="Ellipse 456">
                <a:extLst>
                  <a:ext uri="{FF2B5EF4-FFF2-40B4-BE49-F238E27FC236}">
                    <a16:creationId xmlns:a16="http://schemas.microsoft.com/office/drawing/2014/main" id="{87220339-630D-3B73-4D70-7AE054362A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0355" y="3601694"/>
                <a:ext cx="540000" cy="540000"/>
              </a:xfrm>
              <a:prstGeom prst="ellipse">
                <a:avLst/>
              </a:prstGeom>
              <a:blipFill>
                <a:blip r:embed="rId3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8" name="Connecteur droit avec flèche 457">
            <a:extLst>
              <a:ext uri="{FF2B5EF4-FFF2-40B4-BE49-F238E27FC236}">
                <a16:creationId xmlns:a16="http://schemas.microsoft.com/office/drawing/2014/main" id="{74B9313A-7B9A-0653-737D-F62BE986244B}"/>
              </a:ext>
            </a:extLst>
          </p:cNvPr>
          <p:cNvCxnSpPr>
            <a:cxnSpLocks/>
          </p:cNvCxnSpPr>
          <p:nvPr/>
        </p:nvCxnSpPr>
        <p:spPr>
          <a:xfrm flipH="1">
            <a:off x="19191151" y="5648721"/>
            <a:ext cx="636712" cy="726696"/>
          </a:xfrm>
          <a:prstGeom prst="straightConnector1">
            <a:avLst/>
          </a:prstGeom>
          <a:ln w="38100">
            <a:solidFill>
              <a:srgbClr val="A200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eur droit avec flèche 458">
            <a:extLst>
              <a:ext uri="{FF2B5EF4-FFF2-40B4-BE49-F238E27FC236}">
                <a16:creationId xmlns:a16="http://schemas.microsoft.com/office/drawing/2014/main" id="{A26BC3B7-86F5-C9D6-9214-664057CC8EB3}"/>
              </a:ext>
            </a:extLst>
          </p:cNvPr>
          <p:cNvCxnSpPr>
            <a:cxnSpLocks/>
          </p:cNvCxnSpPr>
          <p:nvPr/>
        </p:nvCxnSpPr>
        <p:spPr>
          <a:xfrm>
            <a:off x="19846512" y="5643295"/>
            <a:ext cx="618063" cy="702909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0" name="Accolades 459">
                <a:extLst>
                  <a:ext uri="{FF2B5EF4-FFF2-40B4-BE49-F238E27FC236}">
                    <a16:creationId xmlns:a16="http://schemas.microsoft.com/office/drawing/2014/main" id="{BE729172-E70B-0654-4C6D-676D8BE758A2}"/>
                  </a:ext>
                </a:extLst>
              </p:cNvPr>
              <p:cNvSpPr/>
              <p:nvPr/>
            </p:nvSpPr>
            <p:spPr>
              <a:xfrm>
                <a:off x="18939714" y="6450775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A200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60" name="Accolades 459">
                <a:extLst>
                  <a:ext uri="{FF2B5EF4-FFF2-40B4-BE49-F238E27FC236}">
                    <a16:creationId xmlns:a16="http://schemas.microsoft.com/office/drawing/2014/main" id="{BE729172-E70B-0654-4C6D-676D8BE758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9714" y="6450775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34"/>
                <a:stretch>
                  <a:fillRect/>
                </a:stretch>
              </a:blipFill>
              <a:ln w="38100">
                <a:solidFill>
                  <a:srgbClr val="A2003E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1" name="Accolades 460">
                <a:extLst>
                  <a:ext uri="{FF2B5EF4-FFF2-40B4-BE49-F238E27FC236}">
                    <a16:creationId xmlns:a16="http://schemas.microsoft.com/office/drawing/2014/main" id="{3651598A-AC3B-03A3-5028-B4E2FC50EF3E}"/>
                  </a:ext>
                </a:extLst>
              </p:cNvPr>
              <p:cNvSpPr/>
              <p:nvPr/>
            </p:nvSpPr>
            <p:spPr>
              <a:xfrm>
                <a:off x="20250849" y="6443910"/>
                <a:ext cx="618063" cy="380034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61" name="Accolades 460">
                <a:extLst>
                  <a:ext uri="{FF2B5EF4-FFF2-40B4-BE49-F238E27FC236}">
                    <a16:creationId xmlns:a16="http://schemas.microsoft.com/office/drawing/2014/main" id="{3651598A-AC3B-03A3-5028-B4E2FC50EF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0849" y="6443910"/>
                <a:ext cx="618063" cy="380034"/>
              </a:xfrm>
              <a:prstGeom prst="bracePair">
                <a:avLst>
                  <a:gd name="adj" fmla="val 19444"/>
                </a:avLst>
              </a:prstGeom>
              <a:blipFill>
                <a:blip r:embed="rId35"/>
                <a:stretch>
                  <a:fillRect/>
                </a:stretch>
              </a:blip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2" name="Accolades 461">
                <a:extLst>
                  <a:ext uri="{FF2B5EF4-FFF2-40B4-BE49-F238E27FC236}">
                    <a16:creationId xmlns:a16="http://schemas.microsoft.com/office/drawing/2014/main" id="{16347C7B-9D67-DD9A-E9C9-AE6BF8191229}"/>
                  </a:ext>
                </a:extLst>
              </p:cNvPr>
              <p:cNvSpPr/>
              <p:nvPr/>
            </p:nvSpPr>
            <p:spPr>
              <a:xfrm>
                <a:off x="19591891" y="6446899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A200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62" name="Accolades 461">
                <a:extLst>
                  <a:ext uri="{FF2B5EF4-FFF2-40B4-BE49-F238E27FC236}">
                    <a16:creationId xmlns:a16="http://schemas.microsoft.com/office/drawing/2014/main" id="{16347C7B-9D67-DD9A-E9C9-AE6BF81912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1891" y="6446899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36"/>
                <a:stretch>
                  <a:fillRect/>
                </a:stretch>
              </a:blipFill>
              <a:ln w="38100">
                <a:solidFill>
                  <a:srgbClr val="A2003E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3" name="Connecteur droit avec flèche 462">
            <a:extLst>
              <a:ext uri="{FF2B5EF4-FFF2-40B4-BE49-F238E27FC236}">
                <a16:creationId xmlns:a16="http://schemas.microsoft.com/office/drawing/2014/main" id="{2BA6D17B-80AA-4440-99EC-F39DA37A590B}"/>
              </a:ext>
            </a:extLst>
          </p:cNvPr>
          <p:cNvCxnSpPr>
            <a:cxnSpLocks/>
          </p:cNvCxnSpPr>
          <p:nvPr/>
        </p:nvCxnSpPr>
        <p:spPr>
          <a:xfrm>
            <a:off x="19838400" y="5641841"/>
            <a:ext cx="8112" cy="743173"/>
          </a:xfrm>
          <a:prstGeom prst="straightConnector1">
            <a:avLst/>
          </a:prstGeom>
          <a:ln w="38100">
            <a:solidFill>
              <a:srgbClr val="A200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4" name="Ellipse 463">
                <a:extLst>
                  <a:ext uri="{FF2B5EF4-FFF2-40B4-BE49-F238E27FC236}">
                    <a16:creationId xmlns:a16="http://schemas.microsoft.com/office/drawing/2014/main" id="{9352718C-543E-71C5-9844-0729AC3A756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557863" y="5343301"/>
                <a:ext cx="540000" cy="540000"/>
              </a:xfrm>
              <a:prstGeom prst="ellipse">
                <a:avLst/>
              </a:prstGeom>
              <a:solidFill>
                <a:srgbClr val="921060"/>
              </a:solidFill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fr-FR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64" name="Ellipse 463">
                <a:extLst>
                  <a:ext uri="{FF2B5EF4-FFF2-40B4-BE49-F238E27FC236}">
                    <a16:creationId xmlns:a16="http://schemas.microsoft.com/office/drawing/2014/main" id="{9352718C-543E-71C5-9844-0729AC3A75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7863" y="5343301"/>
                <a:ext cx="540000" cy="540000"/>
              </a:xfrm>
              <a:prstGeom prst="ellipse">
                <a:avLst/>
              </a:prstGeom>
              <a:blipFill>
                <a:blip r:embed="rId3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8" name="ZoneTexte 467">
            <a:extLst>
              <a:ext uri="{FF2B5EF4-FFF2-40B4-BE49-F238E27FC236}">
                <a16:creationId xmlns:a16="http://schemas.microsoft.com/office/drawing/2014/main" id="{3AF1C74A-0657-00A6-EC3A-01835E0D69F5}"/>
              </a:ext>
            </a:extLst>
          </p:cNvPr>
          <p:cNvSpPr txBox="1"/>
          <p:nvPr/>
        </p:nvSpPr>
        <p:spPr>
          <a:xfrm>
            <a:off x="17412644" y="7251882"/>
            <a:ext cx="48846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>
                <a:latin typeface="Cambria" panose="02040503050406030204" pitchFamily="18" charset="0"/>
                <a:ea typeface="Cambria" panose="02040503050406030204" pitchFamily="18" charset="0"/>
              </a:rPr>
              <a:t>Replacement &amp; Variation</a:t>
            </a:r>
          </a:p>
        </p:txBody>
      </p:sp>
      <p:sp>
        <p:nvSpPr>
          <p:cNvPr id="469" name="Rectangle : coins arrondis 468">
            <a:extLst>
              <a:ext uri="{FF2B5EF4-FFF2-40B4-BE49-F238E27FC236}">
                <a16:creationId xmlns:a16="http://schemas.microsoft.com/office/drawing/2014/main" id="{2F52551C-4B6F-9135-5BB0-0B55003B791F}"/>
              </a:ext>
            </a:extLst>
          </p:cNvPr>
          <p:cNvSpPr/>
          <p:nvPr/>
        </p:nvSpPr>
        <p:spPr>
          <a:xfrm>
            <a:off x="24073410" y="1472699"/>
            <a:ext cx="3608795" cy="5678873"/>
          </a:xfrm>
          <a:prstGeom prst="roundRect">
            <a:avLst>
              <a:gd name="adj" fmla="val 5592"/>
            </a:avLst>
          </a:prstGeom>
          <a:solidFill>
            <a:schemeClr val="bg1"/>
          </a:solidFill>
          <a:ln w="57150"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Arial Black" panose="020B0A04020102020204" pitchFamily="34" charset="0"/>
            </a:endParaRPr>
          </a:p>
        </p:txBody>
      </p:sp>
      <p:cxnSp>
        <p:nvCxnSpPr>
          <p:cNvPr id="470" name="Connecteur droit avec flèche 469">
            <a:extLst>
              <a:ext uri="{FF2B5EF4-FFF2-40B4-BE49-F238E27FC236}">
                <a16:creationId xmlns:a16="http://schemas.microsoft.com/office/drawing/2014/main" id="{25E5E8E9-0140-67C8-35A7-6CF75212DC27}"/>
              </a:ext>
            </a:extLst>
          </p:cNvPr>
          <p:cNvCxnSpPr>
            <a:cxnSpLocks/>
          </p:cNvCxnSpPr>
          <p:nvPr/>
        </p:nvCxnSpPr>
        <p:spPr>
          <a:xfrm flipH="1">
            <a:off x="25175124" y="3375516"/>
            <a:ext cx="826463" cy="9630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eur droit avec flèche 470">
            <a:extLst>
              <a:ext uri="{FF2B5EF4-FFF2-40B4-BE49-F238E27FC236}">
                <a16:creationId xmlns:a16="http://schemas.microsoft.com/office/drawing/2014/main" id="{72CA1079-C9EE-DF8F-CA4D-6204FAFE1491}"/>
              </a:ext>
            </a:extLst>
          </p:cNvPr>
          <p:cNvCxnSpPr>
            <a:cxnSpLocks/>
          </p:cNvCxnSpPr>
          <p:nvPr/>
        </p:nvCxnSpPr>
        <p:spPr>
          <a:xfrm>
            <a:off x="26020236" y="3370090"/>
            <a:ext cx="745238" cy="96846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2" name="Accolades 471">
                <a:extLst>
                  <a:ext uri="{FF2B5EF4-FFF2-40B4-BE49-F238E27FC236}">
                    <a16:creationId xmlns:a16="http://schemas.microsoft.com/office/drawing/2014/main" id="{129BE25C-4BD9-C199-8178-942C1A1E81F7}"/>
                  </a:ext>
                </a:extLst>
              </p:cNvPr>
              <p:cNvSpPr/>
              <p:nvPr/>
            </p:nvSpPr>
            <p:spPr>
              <a:xfrm>
                <a:off x="24716307" y="4498157"/>
                <a:ext cx="745200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150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472" name="Accolades 471">
                <a:extLst>
                  <a:ext uri="{FF2B5EF4-FFF2-40B4-BE49-F238E27FC236}">
                    <a16:creationId xmlns:a16="http://schemas.microsoft.com/office/drawing/2014/main" id="{129BE25C-4BD9-C199-8178-942C1A1E81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6307" y="4498157"/>
                <a:ext cx="745200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38"/>
                <a:stretch>
                  <a:fillRect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3" name="Accolades 472">
                <a:extLst>
                  <a:ext uri="{FF2B5EF4-FFF2-40B4-BE49-F238E27FC236}">
                    <a16:creationId xmlns:a16="http://schemas.microsoft.com/office/drawing/2014/main" id="{678A160B-51E6-D912-86ED-537000793C72}"/>
                  </a:ext>
                </a:extLst>
              </p:cNvPr>
              <p:cNvSpPr/>
              <p:nvPr/>
            </p:nvSpPr>
            <p:spPr>
              <a:xfrm>
                <a:off x="26504874" y="4497737"/>
                <a:ext cx="745200" cy="380034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110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473" name="Accolades 472">
                <a:extLst>
                  <a:ext uri="{FF2B5EF4-FFF2-40B4-BE49-F238E27FC236}">
                    <a16:creationId xmlns:a16="http://schemas.microsoft.com/office/drawing/2014/main" id="{678A160B-51E6-D912-86ED-537000793C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4874" y="4497737"/>
                <a:ext cx="745200" cy="380034"/>
              </a:xfrm>
              <a:prstGeom prst="bracePair">
                <a:avLst>
                  <a:gd name="adj" fmla="val 19444"/>
                </a:avLst>
              </a:prstGeom>
              <a:blipFill>
                <a:blip r:embed="rId39"/>
                <a:stretch>
                  <a:fillRect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4" name="Accolades 473">
                <a:extLst>
                  <a:ext uri="{FF2B5EF4-FFF2-40B4-BE49-F238E27FC236}">
                    <a16:creationId xmlns:a16="http://schemas.microsoft.com/office/drawing/2014/main" id="{F537653F-36BB-F606-4456-8BEEC18ACBEA}"/>
                  </a:ext>
                </a:extLst>
              </p:cNvPr>
              <p:cNvSpPr/>
              <p:nvPr/>
            </p:nvSpPr>
            <p:spPr>
              <a:xfrm>
                <a:off x="25610572" y="4498157"/>
                <a:ext cx="74523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106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474" name="Accolades 473">
                <a:extLst>
                  <a:ext uri="{FF2B5EF4-FFF2-40B4-BE49-F238E27FC236}">
                    <a16:creationId xmlns:a16="http://schemas.microsoft.com/office/drawing/2014/main" id="{F537653F-36BB-F606-4456-8BEEC18ACB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0572" y="4498157"/>
                <a:ext cx="74523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40"/>
                <a:stretch>
                  <a:fillRect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5" name="Connecteur droit avec flèche 474">
            <a:extLst>
              <a:ext uri="{FF2B5EF4-FFF2-40B4-BE49-F238E27FC236}">
                <a16:creationId xmlns:a16="http://schemas.microsoft.com/office/drawing/2014/main" id="{12376ABB-996D-067D-5EE4-7AF1B430553A}"/>
              </a:ext>
            </a:extLst>
          </p:cNvPr>
          <p:cNvCxnSpPr>
            <a:cxnSpLocks/>
          </p:cNvCxnSpPr>
          <p:nvPr/>
        </p:nvCxnSpPr>
        <p:spPr>
          <a:xfrm>
            <a:off x="26012124" y="3368636"/>
            <a:ext cx="0" cy="96991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6" name="Ellipse 475">
                <a:extLst>
                  <a:ext uri="{FF2B5EF4-FFF2-40B4-BE49-F238E27FC236}">
                    <a16:creationId xmlns:a16="http://schemas.microsoft.com/office/drawing/2014/main" id="{6E8E11F8-ED21-80C2-D53B-9D060656580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60094" y="2821545"/>
                <a:ext cx="906712" cy="900000"/>
              </a:xfrm>
              <a:prstGeom prst="ellipse">
                <a:avLst/>
              </a:prstGeom>
              <a:solidFill>
                <a:srgbClr val="C00000"/>
              </a:solidFill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415</m:t>
                          </m:r>
                        </m:sub>
                      </m:sSub>
                    </m:oMath>
                  </m:oMathPara>
                </a14:m>
                <a:endParaRPr lang="fr-FR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76" name="Ellipse 475">
                <a:extLst>
                  <a:ext uri="{FF2B5EF4-FFF2-40B4-BE49-F238E27FC236}">
                    <a16:creationId xmlns:a16="http://schemas.microsoft.com/office/drawing/2014/main" id="{6E8E11F8-ED21-80C2-D53B-9D06065658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0094" y="2821545"/>
                <a:ext cx="906712" cy="900000"/>
              </a:xfrm>
              <a:prstGeom prst="ellipse">
                <a:avLst/>
              </a:prstGeom>
              <a:blipFill>
                <a:blip r:embed="rId4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7" name="ZoneTexte 476">
            <a:extLst>
              <a:ext uri="{FF2B5EF4-FFF2-40B4-BE49-F238E27FC236}">
                <a16:creationId xmlns:a16="http://schemas.microsoft.com/office/drawing/2014/main" id="{303A449C-9FBC-4C0A-C259-F09928F4F69C}"/>
              </a:ext>
            </a:extLst>
          </p:cNvPr>
          <p:cNvSpPr txBox="1"/>
          <p:nvPr/>
        </p:nvSpPr>
        <p:spPr>
          <a:xfrm>
            <a:off x="24913105" y="7247490"/>
            <a:ext cx="21980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>
                <a:latin typeface="Cambria" panose="02040503050406030204" pitchFamily="18" charset="0"/>
                <a:ea typeface="Cambria" panose="02040503050406030204" pitchFamily="18" charset="0"/>
              </a:rPr>
              <a:t>Best Agent</a:t>
            </a:r>
          </a:p>
        </p:txBody>
      </p:sp>
      <p:sp>
        <p:nvSpPr>
          <p:cNvPr id="483" name="ZoneTexte 482">
            <a:extLst>
              <a:ext uri="{FF2B5EF4-FFF2-40B4-BE49-F238E27FC236}">
                <a16:creationId xmlns:a16="http://schemas.microsoft.com/office/drawing/2014/main" id="{C2FAAF73-CC83-E1AD-EE77-DFFB28E3FA87}"/>
              </a:ext>
            </a:extLst>
          </p:cNvPr>
          <p:cNvSpPr txBox="1"/>
          <p:nvPr/>
        </p:nvSpPr>
        <p:spPr>
          <a:xfrm>
            <a:off x="6184812" y="519891"/>
            <a:ext cx="108984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dirty="0">
                <a:latin typeface="Cambria" panose="02040503050406030204" pitchFamily="18" charset="0"/>
                <a:ea typeface="Cambria" panose="02040503050406030204" pitchFamily="18" charset="0"/>
              </a:rPr>
              <a:t>Training loop with classic selection algorithm</a:t>
            </a:r>
          </a:p>
        </p:txBody>
      </p:sp>
      <p:sp>
        <p:nvSpPr>
          <p:cNvPr id="490" name="ZoneTexte 489">
            <a:extLst>
              <a:ext uri="{FF2B5EF4-FFF2-40B4-BE49-F238E27FC236}">
                <a16:creationId xmlns:a16="http://schemas.microsoft.com/office/drawing/2014/main" id="{724F9A9C-A948-23A5-7C77-DD2CA91F27FE}"/>
              </a:ext>
            </a:extLst>
          </p:cNvPr>
          <p:cNvSpPr txBox="1"/>
          <p:nvPr/>
        </p:nvSpPr>
        <p:spPr>
          <a:xfrm>
            <a:off x="24347957" y="528130"/>
            <a:ext cx="31341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dirty="0">
                <a:latin typeface="Cambria" panose="02040503050406030204" pitchFamily="18" charset="0"/>
                <a:ea typeface="Cambria" panose="02040503050406030204" pitchFamily="18" charset="0"/>
              </a:rPr>
              <a:t>Final Output</a:t>
            </a:r>
          </a:p>
        </p:txBody>
      </p:sp>
      <p:sp>
        <p:nvSpPr>
          <p:cNvPr id="516" name="Rectangle : coins arrondis 515">
            <a:extLst>
              <a:ext uri="{FF2B5EF4-FFF2-40B4-BE49-F238E27FC236}">
                <a16:creationId xmlns:a16="http://schemas.microsoft.com/office/drawing/2014/main" id="{98D0CD25-C057-2935-404D-ACE90DC2553A}"/>
              </a:ext>
            </a:extLst>
          </p:cNvPr>
          <p:cNvSpPr/>
          <p:nvPr/>
        </p:nvSpPr>
        <p:spPr>
          <a:xfrm>
            <a:off x="23225797" y="8596588"/>
            <a:ext cx="5378512" cy="7690339"/>
          </a:xfrm>
          <a:prstGeom prst="roundRect">
            <a:avLst>
              <a:gd name="adj" fmla="val 5592"/>
            </a:avLst>
          </a:prstGeom>
          <a:solidFill>
            <a:schemeClr val="bg1"/>
          </a:solidFill>
          <a:ln w="57150"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Arial Black" panose="020B0A04020102020204" pitchFamily="34" charset="0"/>
            </a:endParaRPr>
          </a:p>
        </p:txBody>
      </p:sp>
      <p:sp>
        <p:nvSpPr>
          <p:cNvPr id="517" name="Rectangle : coins arrondis 516">
            <a:extLst>
              <a:ext uri="{FF2B5EF4-FFF2-40B4-BE49-F238E27FC236}">
                <a16:creationId xmlns:a16="http://schemas.microsoft.com/office/drawing/2014/main" id="{1C09FB7C-165D-0CEB-3BEC-8EEF860948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9474" y="8596588"/>
            <a:ext cx="21889172" cy="7690339"/>
          </a:xfrm>
          <a:prstGeom prst="roundRect">
            <a:avLst>
              <a:gd name="adj" fmla="val 5592"/>
            </a:avLst>
          </a:prstGeom>
          <a:solidFill>
            <a:schemeClr val="bg1"/>
          </a:solidFill>
          <a:ln w="57150"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Arial Black" panose="020B0A04020102020204" pitchFamily="34" charset="0"/>
            </a:endParaRPr>
          </a:p>
        </p:txBody>
      </p:sp>
      <p:sp>
        <p:nvSpPr>
          <p:cNvPr id="518" name="Rectangle : coins arrondis 517">
            <a:extLst>
              <a:ext uri="{FF2B5EF4-FFF2-40B4-BE49-F238E27FC236}">
                <a16:creationId xmlns:a16="http://schemas.microsoft.com/office/drawing/2014/main" id="{A8680165-16D2-0607-6B04-6EFE138400F6}"/>
              </a:ext>
            </a:extLst>
          </p:cNvPr>
          <p:cNvSpPr/>
          <p:nvPr/>
        </p:nvSpPr>
        <p:spPr>
          <a:xfrm>
            <a:off x="1476061" y="9745450"/>
            <a:ext cx="4089600" cy="5680800"/>
          </a:xfrm>
          <a:prstGeom prst="roundRect">
            <a:avLst>
              <a:gd name="adj" fmla="val 5592"/>
            </a:avLst>
          </a:prstGeom>
          <a:solidFill>
            <a:schemeClr val="bg1"/>
          </a:solidFill>
          <a:ln w="57150"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Arial Black" panose="020B0A04020102020204" pitchFamily="34" charset="0"/>
            </a:endParaRPr>
          </a:p>
        </p:txBody>
      </p:sp>
      <p:grpSp>
        <p:nvGrpSpPr>
          <p:cNvPr id="519" name="Groupe 518">
            <a:extLst>
              <a:ext uri="{FF2B5EF4-FFF2-40B4-BE49-F238E27FC236}">
                <a16:creationId xmlns:a16="http://schemas.microsoft.com/office/drawing/2014/main" id="{6849F4C2-8BBE-F589-0238-474FC1C82F05}"/>
              </a:ext>
            </a:extLst>
          </p:cNvPr>
          <p:cNvGrpSpPr/>
          <p:nvPr/>
        </p:nvGrpSpPr>
        <p:grpSpPr>
          <a:xfrm>
            <a:off x="2657696" y="10076405"/>
            <a:ext cx="1801282" cy="1467474"/>
            <a:chOff x="4522667" y="682647"/>
            <a:chExt cx="1801282" cy="1467474"/>
          </a:xfrm>
        </p:grpSpPr>
        <p:cxnSp>
          <p:nvCxnSpPr>
            <p:cNvPr id="520" name="Connecteur droit avec flèche 519">
              <a:extLst>
                <a:ext uri="{FF2B5EF4-FFF2-40B4-BE49-F238E27FC236}">
                  <a16:creationId xmlns:a16="http://schemas.microsoft.com/office/drawing/2014/main" id="{1E6F031C-8070-7AF4-ACE7-D8CC188EF0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4104" y="988067"/>
              <a:ext cx="636712" cy="726696"/>
            </a:xfrm>
            <a:prstGeom prst="straightConnector1">
              <a:avLst/>
            </a:prstGeom>
            <a:ln w="38100">
              <a:solidFill>
                <a:srgbClr val="4EA7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Connecteur droit avec flèche 520">
              <a:extLst>
                <a:ext uri="{FF2B5EF4-FFF2-40B4-BE49-F238E27FC236}">
                  <a16:creationId xmlns:a16="http://schemas.microsoft.com/office/drawing/2014/main" id="{85A5DF13-86B5-56EC-0883-88AB5488E6AC}"/>
                </a:ext>
              </a:extLst>
            </p:cNvPr>
            <p:cNvCxnSpPr>
              <a:cxnSpLocks/>
            </p:cNvCxnSpPr>
            <p:nvPr/>
          </p:nvCxnSpPr>
          <p:spPr>
            <a:xfrm>
              <a:off x="5429465" y="982641"/>
              <a:ext cx="618063" cy="702909"/>
            </a:xfrm>
            <a:prstGeom prst="straightConnector1">
              <a:avLst/>
            </a:prstGeom>
            <a:ln w="38100">
              <a:solidFill>
                <a:srgbClr val="4EA7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" name="Accolades 521">
                  <a:extLst>
                    <a:ext uri="{FF2B5EF4-FFF2-40B4-BE49-F238E27FC236}">
                      <a16:creationId xmlns:a16="http://schemas.microsoft.com/office/drawing/2014/main" id="{7F62D08A-CC1B-6DBD-3D0C-9E373802E038}"/>
                    </a:ext>
                  </a:extLst>
                </p:cNvPr>
                <p:cNvSpPr/>
                <p:nvPr/>
              </p:nvSpPr>
              <p:spPr>
                <a:xfrm>
                  <a:off x="4522667" y="1790121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ln w="38100">
                  <a:solidFill>
                    <a:srgbClr val="4EA7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tIns="0" rIns="18000" bIns="144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CA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522" name="Accolades 521">
                  <a:extLst>
                    <a:ext uri="{FF2B5EF4-FFF2-40B4-BE49-F238E27FC236}">
                      <a16:creationId xmlns:a16="http://schemas.microsoft.com/office/drawing/2014/main" id="{7F62D08A-CC1B-6DBD-3D0C-9E373802E0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2667" y="1790121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blipFill>
                  <a:blip r:embed="rId42"/>
                  <a:stretch>
                    <a:fillRect/>
                  </a:stretch>
                </a:blipFill>
                <a:ln w="38100">
                  <a:solidFill>
                    <a:srgbClr val="4EA72E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3" name="Accolades 522">
                  <a:extLst>
                    <a:ext uri="{FF2B5EF4-FFF2-40B4-BE49-F238E27FC236}">
                      <a16:creationId xmlns:a16="http://schemas.microsoft.com/office/drawing/2014/main" id="{41AA3D83-91CB-A1AB-BC05-D0C8793D23CF}"/>
                    </a:ext>
                  </a:extLst>
                </p:cNvPr>
                <p:cNvSpPr/>
                <p:nvPr/>
              </p:nvSpPr>
              <p:spPr>
                <a:xfrm>
                  <a:off x="5833802" y="1783256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ln w="38100">
                  <a:solidFill>
                    <a:srgbClr val="4EA7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tIns="0" rIns="18000" bIns="144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CA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523" name="Accolades 522">
                  <a:extLst>
                    <a:ext uri="{FF2B5EF4-FFF2-40B4-BE49-F238E27FC236}">
                      <a16:creationId xmlns:a16="http://schemas.microsoft.com/office/drawing/2014/main" id="{41AA3D83-91CB-A1AB-BC05-D0C8793D23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3802" y="1783256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blipFill>
                  <a:blip r:embed="rId43"/>
                  <a:stretch>
                    <a:fillRect/>
                  </a:stretch>
                </a:blipFill>
                <a:ln w="38100">
                  <a:solidFill>
                    <a:srgbClr val="4EA72E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4" name="Accolades 523">
                  <a:extLst>
                    <a:ext uri="{FF2B5EF4-FFF2-40B4-BE49-F238E27FC236}">
                      <a16:creationId xmlns:a16="http://schemas.microsoft.com/office/drawing/2014/main" id="{0DD44483-A1D0-3DDF-FF06-558C754EF5FB}"/>
                    </a:ext>
                  </a:extLst>
                </p:cNvPr>
                <p:cNvSpPr/>
                <p:nvPr/>
              </p:nvSpPr>
              <p:spPr>
                <a:xfrm>
                  <a:off x="5174844" y="1786245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ln w="38100">
                  <a:solidFill>
                    <a:srgbClr val="4EA7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tIns="0" rIns="18000" bIns="144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A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524" name="Accolades 523">
                  <a:extLst>
                    <a:ext uri="{FF2B5EF4-FFF2-40B4-BE49-F238E27FC236}">
                      <a16:creationId xmlns:a16="http://schemas.microsoft.com/office/drawing/2014/main" id="{0DD44483-A1D0-3DDF-FF06-558C754EF5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844" y="1786245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blipFill>
                  <a:blip r:embed="rId44"/>
                  <a:stretch>
                    <a:fillRect/>
                  </a:stretch>
                </a:blipFill>
                <a:ln w="38100">
                  <a:solidFill>
                    <a:srgbClr val="4EA72E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5" name="Connecteur droit avec flèche 524">
              <a:extLst>
                <a:ext uri="{FF2B5EF4-FFF2-40B4-BE49-F238E27FC236}">
                  <a16:creationId xmlns:a16="http://schemas.microsoft.com/office/drawing/2014/main" id="{2D5F4E64-D90A-C314-8719-2210C5D2B3C0}"/>
                </a:ext>
              </a:extLst>
            </p:cNvPr>
            <p:cNvCxnSpPr>
              <a:cxnSpLocks/>
            </p:cNvCxnSpPr>
            <p:nvPr/>
          </p:nvCxnSpPr>
          <p:spPr>
            <a:xfrm>
              <a:off x="5421353" y="981187"/>
              <a:ext cx="8112" cy="743173"/>
            </a:xfrm>
            <a:prstGeom prst="straightConnector1">
              <a:avLst/>
            </a:prstGeom>
            <a:ln w="38100">
              <a:solidFill>
                <a:srgbClr val="4EA7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6" name="Ellipse 525">
                  <a:extLst>
                    <a:ext uri="{FF2B5EF4-FFF2-40B4-BE49-F238E27FC236}">
                      <a16:creationId xmlns:a16="http://schemas.microsoft.com/office/drawing/2014/main" id="{CF4530FA-2095-6F1F-22CE-D2B908A37C4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140816" y="682647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26" name="Ellipse 525">
                  <a:extLst>
                    <a:ext uri="{FF2B5EF4-FFF2-40B4-BE49-F238E27FC236}">
                      <a16:creationId xmlns:a16="http://schemas.microsoft.com/office/drawing/2014/main" id="{CF4530FA-2095-6F1F-22CE-D2B908A37C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0816" y="682647"/>
                  <a:ext cx="540000" cy="540000"/>
                </a:xfrm>
                <a:prstGeom prst="ellipse">
                  <a:avLst/>
                </a:prstGeom>
                <a:blipFill>
                  <a:blip r:embed="rId4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27" name="Connecteur droit avec flèche 526">
            <a:extLst>
              <a:ext uri="{FF2B5EF4-FFF2-40B4-BE49-F238E27FC236}">
                <a16:creationId xmlns:a16="http://schemas.microsoft.com/office/drawing/2014/main" id="{CD3D820B-1B02-A37D-F3D3-84E7CDFFBACB}"/>
              </a:ext>
            </a:extLst>
          </p:cNvPr>
          <p:cNvCxnSpPr>
            <a:cxnSpLocks/>
          </p:cNvCxnSpPr>
          <p:nvPr/>
        </p:nvCxnSpPr>
        <p:spPr>
          <a:xfrm flipH="1">
            <a:off x="2896641" y="12175456"/>
            <a:ext cx="636712" cy="726696"/>
          </a:xfrm>
          <a:prstGeom prst="straightConnector1">
            <a:avLst/>
          </a:prstGeom>
          <a:ln w="38100">
            <a:solidFill>
              <a:srgbClr val="073B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eur droit avec flèche 527">
            <a:extLst>
              <a:ext uri="{FF2B5EF4-FFF2-40B4-BE49-F238E27FC236}">
                <a16:creationId xmlns:a16="http://schemas.microsoft.com/office/drawing/2014/main" id="{5F742FDE-9457-8CD1-3A97-96F933C48155}"/>
              </a:ext>
            </a:extLst>
          </p:cNvPr>
          <p:cNvCxnSpPr>
            <a:cxnSpLocks/>
          </p:cNvCxnSpPr>
          <p:nvPr/>
        </p:nvCxnSpPr>
        <p:spPr>
          <a:xfrm>
            <a:off x="3552002" y="12170030"/>
            <a:ext cx="618063" cy="702909"/>
          </a:xfrm>
          <a:prstGeom prst="straightConnector1">
            <a:avLst/>
          </a:prstGeom>
          <a:ln w="38100">
            <a:solidFill>
              <a:srgbClr val="073B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9" name="Accolades 528">
                <a:extLst>
                  <a:ext uri="{FF2B5EF4-FFF2-40B4-BE49-F238E27FC236}">
                    <a16:creationId xmlns:a16="http://schemas.microsoft.com/office/drawing/2014/main" id="{B2B430C8-5CB0-DB3B-D88C-85A82C2F3B95}"/>
                  </a:ext>
                </a:extLst>
              </p:cNvPr>
              <p:cNvSpPr/>
              <p:nvPr/>
            </p:nvSpPr>
            <p:spPr>
              <a:xfrm>
                <a:off x="2645204" y="12977510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073B4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29" name="Accolades 528">
                <a:extLst>
                  <a:ext uri="{FF2B5EF4-FFF2-40B4-BE49-F238E27FC236}">
                    <a16:creationId xmlns:a16="http://schemas.microsoft.com/office/drawing/2014/main" id="{B2B430C8-5CB0-DB3B-D88C-85A82C2F3B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204" y="12977510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46"/>
                <a:stretch>
                  <a:fillRect/>
                </a:stretch>
              </a:blipFill>
              <a:ln w="38100">
                <a:solidFill>
                  <a:srgbClr val="073B4C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0" name="Accolades 529">
                <a:extLst>
                  <a:ext uri="{FF2B5EF4-FFF2-40B4-BE49-F238E27FC236}">
                    <a16:creationId xmlns:a16="http://schemas.microsoft.com/office/drawing/2014/main" id="{028DA119-4C93-5154-188D-4CDCED229FF9}"/>
                  </a:ext>
                </a:extLst>
              </p:cNvPr>
              <p:cNvSpPr/>
              <p:nvPr/>
            </p:nvSpPr>
            <p:spPr>
              <a:xfrm>
                <a:off x="3956339" y="12970645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073B4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30" name="Accolades 529">
                <a:extLst>
                  <a:ext uri="{FF2B5EF4-FFF2-40B4-BE49-F238E27FC236}">
                    <a16:creationId xmlns:a16="http://schemas.microsoft.com/office/drawing/2014/main" id="{028DA119-4C93-5154-188D-4CDCED229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339" y="12970645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47"/>
                <a:stretch>
                  <a:fillRect/>
                </a:stretch>
              </a:blipFill>
              <a:ln w="38100">
                <a:solidFill>
                  <a:srgbClr val="073B4C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1" name="Accolades 530">
                <a:extLst>
                  <a:ext uri="{FF2B5EF4-FFF2-40B4-BE49-F238E27FC236}">
                    <a16:creationId xmlns:a16="http://schemas.microsoft.com/office/drawing/2014/main" id="{33C376C9-F193-3C13-6010-C7993FB8FE27}"/>
                  </a:ext>
                </a:extLst>
              </p:cNvPr>
              <p:cNvSpPr/>
              <p:nvPr/>
            </p:nvSpPr>
            <p:spPr>
              <a:xfrm>
                <a:off x="3297381" y="12973634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073B4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31" name="Accolades 530">
                <a:extLst>
                  <a:ext uri="{FF2B5EF4-FFF2-40B4-BE49-F238E27FC236}">
                    <a16:creationId xmlns:a16="http://schemas.microsoft.com/office/drawing/2014/main" id="{33C376C9-F193-3C13-6010-C7993FB8FE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381" y="12973634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48"/>
                <a:stretch>
                  <a:fillRect/>
                </a:stretch>
              </a:blipFill>
              <a:ln w="38100">
                <a:solidFill>
                  <a:srgbClr val="073B4C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2" name="Connecteur droit avec flèche 531">
            <a:extLst>
              <a:ext uri="{FF2B5EF4-FFF2-40B4-BE49-F238E27FC236}">
                <a16:creationId xmlns:a16="http://schemas.microsoft.com/office/drawing/2014/main" id="{3E045556-17B0-BC71-F76E-2D6500728CDF}"/>
              </a:ext>
            </a:extLst>
          </p:cNvPr>
          <p:cNvCxnSpPr>
            <a:cxnSpLocks/>
          </p:cNvCxnSpPr>
          <p:nvPr/>
        </p:nvCxnSpPr>
        <p:spPr>
          <a:xfrm>
            <a:off x="3543890" y="12168576"/>
            <a:ext cx="8112" cy="743173"/>
          </a:xfrm>
          <a:prstGeom prst="straightConnector1">
            <a:avLst/>
          </a:prstGeom>
          <a:ln w="38100">
            <a:solidFill>
              <a:srgbClr val="073B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3" name="Ellipse 532">
                <a:extLst>
                  <a:ext uri="{FF2B5EF4-FFF2-40B4-BE49-F238E27FC236}">
                    <a16:creationId xmlns:a16="http://schemas.microsoft.com/office/drawing/2014/main" id="{5E35F875-203E-910B-6B73-595508B3199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63353" y="11870036"/>
                <a:ext cx="540000" cy="540000"/>
              </a:xfrm>
              <a:prstGeom prst="ellipse">
                <a:avLst/>
              </a:prstGeom>
              <a:solidFill>
                <a:srgbClr val="073B4C"/>
              </a:solidFill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33" name="Ellipse 532">
                <a:extLst>
                  <a:ext uri="{FF2B5EF4-FFF2-40B4-BE49-F238E27FC236}">
                    <a16:creationId xmlns:a16="http://schemas.microsoft.com/office/drawing/2014/main" id="{5E35F875-203E-910B-6B73-595508B319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353" y="11870036"/>
                <a:ext cx="540000" cy="540000"/>
              </a:xfrm>
              <a:prstGeom prst="ellipse">
                <a:avLst/>
              </a:prstGeom>
              <a:blipFill>
                <a:blip r:embed="rId4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4" name="Connecteur droit avec flèche 533">
            <a:extLst>
              <a:ext uri="{FF2B5EF4-FFF2-40B4-BE49-F238E27FC236}">
                <a16:creationId xmlns:a16="http://schemas.microsoft.com/office/drawing/2014/main" id="{36DA5DDB-1630-34F1-1904-971C8006D687}"/>
              </a:ext>
            </a:extLst>
          </p:cNvPr>
          <p:cNvCxnSpPr>
            <a:cxnSpLocks/>
          </p:cNvCxnSpPr>
          <p:nvPr/>
        </p:nvCxnSpPr>
        <p:spPr>
          <a:xfrm flipH="1">
            <a:off x="2884149" y="13917063"/>
            <a:ext cx="636712" cy="726696"/>
          </a:xfrm>
          <a:prstGeom prst="straightConnector1">
            <a:avLst/>
          </a:prstGeom>
          <a:ln w="38100">
            <a:solidFill>
              <a:srgbClr val="A200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eur droit avec flèche 534">
            <a:extLst>
              <a:ext uri="{FF2B5EF4-FFF2-40B4-BE49-F238E27FC236}">
                <a16:creationId xmlns:a16="http://schemas.microsoft.com/office/drawing/2014/main" id="{2EC3A941-D34F-47A5-863B-1948C4BBD2DD}"/>
              </a:ext>
            </a:extLst>
          </p:cNvPr>
          <p:cNvCxnSpPr>
            <a:cxnSpLocks/>
          </p:cNvCxnSpPr>
          <p:nvPr/>
        </p:nvCxnSpPr>
        <p:spPr>
          <a:xfrm>
            <a:off x="3539510" y="13911637"/>
            <a:ext cx="618063" cy="702909"/>
          </a:xfrm>
          <a:prstGeom prst="straightConnector1">
            <a:avLst/>
          </a:prstGeom>
          <a:ln w="38100">
            <a:solidFill>
              <a:srgbClr val="A200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6" name="Accolades 535">
                <a:extLst>
                  <a:ext uri="{FF2B5EF4-FFF2-40B4-BE49-F238E27FC236}">
                    <a16:creationId xmlns:a16="http://schemas.microsoft.com/office/drawing/2014/main" id="{7E026A34-CDDF-954C-3BA9-788EB159E7C1}"/>
                  </a:ext>
                </a:extLst>
              </p:cNvPr>
              <p:cNvSpPr/>
              <p:nvPr/>
            </p:nvSpPr>
            <p:spPr>
              <a:xfrm>
                <a:off x="2632712" y="14719117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A200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36" name="Accolades 535">
                <a:extLst>
                  <a:ext uri="{FF2B5EF4-FFF2-40B4-BE49-F238E27FC236}">
                    <a16:creationId xmlns:a16="http://schemas.microsoft.com/office/drawing/2014/main" id="{7E026A34-CDDF-954C-3BA9-788EB159E7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712" y="14719117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50"/>
                <a:stretch>
                  <a:fillRect/>
                </a:stretch>
              </a:blipFill>
              <a:ln w="38100">
                <a:solidFill>
                  <a:srgbClr val="A2003E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7" name="Accolades 536">
                <a:extLst>
                  <a:ext uri="{FF2B5EF4-FFF2-40B4-BE49-F238E27FC236}">
                    <a16:creationId xmlns:a16="http://schemas.microsoft.com/office/drawing/2014/main" id="{4DD63D83-D18C-08E3-6DEA-C74275949859}"/>
                  </a:ext>
                </a:extLst>
              </p:cNvPr>
              <p:cNvSpPr/>
              <p:nvPr/>
            </p:nvSpPr>
            <p:spPr>
              <a:xfrm>
                <a:off x="3943847" y="14712252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A200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37" name="Accolades 536">
                <a:extLst>
                  <a:ext uri="{FF2B5EF4-FFF2-40B4-BE49-F238E27FC236}">
                    <a16:creationId xmlns:a16="http://schemas.microsoft.com/office/drawing/2014/main" id="{4DD63D83-D18C-08E3-6DEA-C742759498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847" y="14712252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51"/>
                <a:stretch>
                  <a:fillRect/>
                </a:stretch>
              </a:blipFill>
              <a:ln w="38100">
                <a:solidFill>
                  <a:srgbClr val="A2003E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8" name="Accolades 537">
                <a:extLst>
                  <a:ext uri="{FF2B5EF4-FFF2-40B4-BE49-F238E27FC236}">
                    <a16:creationId xmlns:a16="http://schemas.microsoft.com/office/drawing/2014/main" id="{D7B128B5-F4A5-4231-11EB-D5635E8DE00A}"/>
                  </a:ext>
                </a:extLst>
              </p:cNvPr>
              <p:cNvSpPr/>
              <p:nvPr/>
            </p:nvSpPr>
            <p:spPr>
              <a:xfrm>
                <a:off x="3284889" y="14715241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A200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38" name="Accolades 537">
                <a:extLst>
                  <a:ext uri="{FF2B5EF4-FFF2-40B4-BE49-F238E27FC236}">
                    <a16:creationId xmlns:a16="http://schemas.microsoft.com/office/drawing/2014/main" id="{D7B128B5-F4A5-4231-11EB-D5635E8DE0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889" y="14715241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52"/>
                <a:stretch>
                  <a:fillRect/>
                </a:stretch>
              </a:blipFill>
              <a:ln w="38100">
                <a:solidFill>
                  <a:srgbClr val="A2003E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9" name="Connecteur droit avec flèche 538">
            <a:extLst>
              <a:ext uri="{FF2B5EF4-FFF2-40B4-BE49-F238E27FC236}">
                <a16:creationId xmlns:a16="http://schemas.microsoft.com/office/drawing/2014/main" id="{1E0CB1FB-A1E1-3C95-F3F1-3804AE3579EA}"/>
              </a:ext>
            </a:extLst>
          </p:cNvPr>
          <p:cNvCxnSpPr>
            <a:cxnSpLocks/>
          </p:cNvCxnSpPr>
          <p:nvPr/>
        </p:nvCxnSpPr>
        <p:spPr>
          <a:xfrm>
            <a:off x="3531398" y="13910183"/>
            <a:ext cx="8112" cy="743173"/>
          </a:xfrm>
          <a:prstGeom prst="straightConnector1">
            <a:avLst/>
          </a:prstGeom>
          <a:ln w="38100">
            <a:solidFill>
              <a:srgbClr val="A200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0" name="Ellipse 539">
                <a:extLst>
                  <a:ext uri="{FF2B5EF4-FFF2-40B4-BE49-F238E27FC236}">
                    <a16:creationId xmlns:a16="http://schemas.microsoft.com/office/drawing/2014/main" id="{EECA0022-E2CF-4E82-0E58-E048E45AB9E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50861" y="13611643"/>
                <a:ext cx="540000" cy="540000"/>
              </a:xfrm>
              <a:prstGeom prst="ellipse">
                <a:avLst/>
              </a:prstGeom>
              <a:solidFill>
                <a:srgbClr val="A2003E"/>
              </a:solidFill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40" name="Ellipse 539">
                <a:extLst>
                  <a:ext uri="{FF2B5EF4-FFF2-40B4-BE49-F238E27FC236}">
                    <a16:creationId xmlns:a16="http://schemas.microsoft.com/office/drawing/2014/main" id="{EECA0022-E2CF-4E82-0E58-E048E45AB9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861" y="13611643"/>
                <a:ext cx="540000" cy="540000"/>
              </a:xfrm>
              <a:prstGeom prst="ellipse">
                <a:avLst/>
              </a:prstGeom>
              <a:blipFill>
                <a:blip r:embed="rId5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1" name="ZoneTexte 540">
            <a:extLst>
              <a:ext uri="{FF2B5EF4-FFF2-40B4-BE49-F238E27FC236}">
                <a16:creationId xmlns:a16="http://schemas.microsoft.com/office/drawing/2014/main" id="{75A0E25F-711D-6EA0-3DB2-1D794487EF43}"/>
              </a:ext>
            </a:extLst>
          </p:cNvPr>
          <p:cNvSpPr txBox="1"/>
          <p:nvPr/>
        </p:nvSpPr>
        <p:spPr>
          <a:xfrm>
            <a:off x="1470244" y="15468200"/>
            <a:ext cx="40954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>
                <a:latin typeface="Cambria" panose="02040503050406030204" pitchFamily="18" charset="0"/>
                <a:ea typeface="Cambria" panose="02040503050406030204" pitchFamily="18" charset="0"/>
              </a:rPr>
              <a:t>Population of Agents</a:t>
            </a:r>
          </a:p>
        </p:txBody>
      </p:sp>
      <p:sp>
        <p:nvSpPr>
          <p:cNvPr id="542" name="Rectangle : coins arrondis 541">
            <a:extLst>
              <a:ext uri="{FF2B5EF4-FFF2-40B4-BE49-F238E27FC236}">
                <a16:creationId xmlns:a16="http://schemas.microsoft.com/office/drawing/2014/main" id="{8367A1FE-7F4E-BF14-4437-CFB8F1073F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11511" y="9745450"/>
            <a:ext cx="4090253" cy="5678872"/>
          </a:xfrm>
          <a:prstGeom prst="roundRect">
            <a:avLst>
              <a:gd name="adj" fmla="val 5592"/>
            </a:avLst>
          </a:prstGeom>
          <a:solidFill>
            <a:schemeClr val="bg1"/>
          </a:solidFill>
          <a:ln w="57150"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Arial Black" panose="020B0A04020102020204" pitchFamily="34" charset="0"/>
            </a:endParaRPr>
          </a:p>
        </p:txBody>
      </p:sp>
      <p:sp>
        <p:nvSpPr>
          <p:cNvPr id="552" name="ZoneTexte 551">
            <a:extLst>
              <a:ext uri="{FF2B5EF4-FFF2-40B4-BE49-F238E27FC236}">
                <a16:creationId xmlns:a16="http://schemas.microsoft.com/office/drawing/2014/main" id="{638A8048-12B9-8625-6613-1BAA799BA4A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24215" y="15518215"/>
            <a:ext cx="2197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>
                <a:latin typeface="Cambria" panose="02040503050406030204" pitchFamily="18" charset="0"/>
                <a:ea typeface="Cambria" panose="02040503050406030204" pitchFamily="18" charset="0"/>
              </a:rPr>
              <a:t>Evaluation</a:t>
            </a:r>
          </a:p>
        </p:txBody>
      </p:sp>
      <p:sp>
        <p:nvSpPr>
          <p:cNvPr id="569" name="ZoneTexte 568">
            <a:extLst>
              <a:ext uri="{FF2B5EF4-FFF2-40B4-BE49-F238E27FC236}">
                <a16:creationId xmlns:a16="http://schemas.microsoft.com/office/drawing/2014/main" id="{061632F7-A47B-CC74-6794-DDD276F897E5}"/>
              </a:ext>
            </a:extLst>
          </p:cNvPr>
          <p:cNvSpPr txBox="1"/>
          <p:nvPr/>
        </p:nvSpPr>
        <p:spPr>
          <a:xfrm>
            <a:off x="12663221" y="15548695"/>
            <a:ext cx="34583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>
                <a:latin typeface="Cambria" panose="02040503050406030204" pitchFamily="18" charset="0"/>
                <a:ea typeface="Cambria" panose="02040503050406030204" pitchFamily="18" charset="0"/>
              </a:rPr>
              <a:t>Archive Insertion</a:t>
            </a:r>
          </a:p>
        </p:txBody>
      </p:sp>
      <p:sp>
        <p:nvSpPr>
          <p:cNvPr id="570" name="Rectangle : coins arrondis 569">
            <a:extLst>
              <a:ext uri="{FF2B5EF4-FFF2-40B4-BE49-F238E27FC236}">
                <a16:creationId xmlns:a16="http://schemas.microsoft.com/office/drawing/2014/main" id="{054F5B92-7AA9-00B9-F85F-16B9BC010F0C}"/>
              </a:ext>
            </a:extLst>
          </p:cNvPr>
          <p:cNvSpPr/>
          <p:nvPr/>
        </p:nvSpPr>
        <p:spPr>
          <a:xfrm>
            <a:off x="17783063" y="9745450"/>
            <a:ext cx="4089600" cy="5680800"/>
          </a:xfrm>
          <a:prstGeom prst="roundRect">
            <a:avLst>
              <a:gd name="adj" fmla="val 5592"/>
            </a:avLst>
          </a:prstGeom>
          <a:solidFill>
            <a:schemeClr val="bg1"/>
          </a:solidFill>
          <a:ln w="57150"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Arial Black" panose="020B0A04020102020204" pitchFamily="34" charset="0"/>
            </a:endParaRPr>
          </a:p>
        </p:txBody>
      </p:sp>
      <p:grpSp>
        <p:nvGrpSpPr>
          <p:cNvPr id="571" name="Groupe 570">
            <a:extLst>
              <a:ext uri="{FF2B5EF4-FFF2-40B4-BE49-F238E27FC236}">
                <a16:creationId xmlns:a16="http://schemas.microsoft.com/office/drawing/2014/main" id="{4A5C688B-29D2-5B87-7C22-490F295C95DB}"/>
              </a:ext>
            </a:extLst>
          </p:cNvPr>
          <p:cNvGrpSpPr/>
          <p:nvPr/>
        </p:nvGrpSpPr>
        <p:grpSpPr>
          <a:xfrm>
            <a:off x="18964698" y="10076405"/>
            <a:ext cx="1801282" cy="1467474"/>
            <a:chOff x="4522667" y="682647"/>
            <a:chExt cx="1801282" cy="1467474"/>
          </a:xfrm>
        </p:grpSpPr>
        <p:cxnSp>
          <p:nvCxnSpPr>
            <p:cNvPr id="572" name="Connecteur droit avec flèche 571">
              <a:extLst>
                <a:ext uri="{FF2B5EF4-FFF2-40B4-BE49-F238E27FC236}">
                  <a16:creationId xmlns:a16="http://schemas.microsoft.com/office/drawing/2014/main" id="{44F77225-AC94-718A-02B6-45D6881033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4104" y="988067"/>
              <a:ext cx="636712" cy="726696"/>
            </a:xfrm>
            <a:prstGeom prst="straightConnector1">
              <a:avLst/>
            </a:prstGeom>
            <a:ln w="38100">
              <a:solidFill>
                <a:srgbClr val="D86EC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Connecteur droit avec flèche 572">
              <a:extLst>
                <a:ext uri="{FF2B5EF4-FFF2-40B4-BE49-F238E27FC236}">
                  <a16:creationId xmlns:a16="http://schemas.microsoft.com/office/drawing/2014/main" id="{5C7B95B0-8DAB-EFBD-B42A-D3F8884A866F}"/>
                </a:ext>
              </a:extLst>
            </p:cNvPr>
            <p:cNvCxnSpPr>
              <a:cxnSpLocks/>
            </p:cNvCxnSpPr>
            <p:nvPr/>
          </p:nvCxnSpPr>
          <p:spPr>
            <a:xfrm>
              <a:off x="5429465" y="982641"/>
              <a:ext cx="618063" cy="702909"/>
            </a:xfrm>
            <a:prstGeom prst="straightConnector1">
              <a:avLst/>
            </a:prstGeom>
            <a:ln w="38100">
              <a:solidFill>
                <a:srgbClr val="4EA7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4" name="Accolades 573">
                  <a:extLst>
                    <a:ext uri="{FF2B5EF4-FFF2-40B4-BE49-F238E27FC236}">
                      <a16:creationId xmlns:a16="http://schemas.microsoft.com/office/drawing/2014/main" id="{F39604F2-EB08-ECE3-8770-EC232FA8A425}"/>
                    </a:ext>
                  </a:extLst>
                </p:cNvPr>
                <p:cNvSpPr/>
                <p:nvPr/>
              </p:nvSpPr>
              <p:spPr>
                <a:xfrm>
                  <a:off x="4522667" y="1790121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ln w="38100">
                  <a:solidFill>
                    <a:srgbClr val="D86ECC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tIns="0" rIns="18000" bIns="144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CA" dirty="0">
                    <a:solidFill>
                      <a:srgbClr val="00B0F0"/>
                    </a:solidFill>
                  </a:endParaRPr>
                </a:p>
              </p:txBody>
            </p:sp>
          </mc:Choice>
          <mc:Fallback>
            <p:sp>
              <p:nvSpPr>
                <p:cNvPr id="574" name="Accolades 573">
                  <a:extLst>
                    <a:ext uri="{FF2B5EF4-FFF2-40B4-BE49-F238E27FC236}">
                      <a16:creationId xmlns:a16="http://schemas.microsoft.com/office/drawing/2014/main" id="{F39604F2-EB08-ECE3-8770-EC232FA8A4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2667" y="1790121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blipFill>
                  <a:blip r:embed="rId54"/>
                  <a:stretch>
                    <a:fillRect/>
                  </a:stretch>
                </a:blipFill>
                <a:ln w="38100">
                  <a:solidFill>
                    <a:srgbClr val="D86ECC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5" name="Accolades 574">
                  <a:extLst>
                    <a:ext uri="{FF2B5EF4-FFF2-40B4-BE49-F238E27FC236}">
                      <a16:creationId xmlns:a16="http://schemas.microsoft.com/office/drawing/2014/main" id="{2FF2635E-12D7-C78D-4BE1-C734C9ED888F}"/>
                    </a:ext>
                  </a:extLst>
                </p:cNvPr>
                <p:cNvSpPr/>
                <p:nvPr/>
              </p:nvSpPr>
              <p:spPr>
                <a:xfrm>
                  <a:off x="5833802" y="1783256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ln w="38100">
                  <a:solidFill>
                    <a:srgbClr val="4EA7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tIns="0" rIns="18000" bIns="144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CA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575" name="Accolades 574">
                  <a:extLst>
                    <a:ext uri="{FF2B5EF4-FFF2-40B4-BE49-F238E27FC236}">
                      <a16:creationId xmlns:a16="http://schemas.microsoft.com/office/drawing/2014/main" id="{2FF2635E-12D7-C78D-4BE1-C734C9ED88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3802" y="1783256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blipFill>
                  <a:blip r:embed="rId55"/>
                  <a:stretch>
                    <a:fillRect/>
                  </a:stretch>
                </a:blipFill>
                <a:ln w="38100">
                  <a:solidFill>
                    <a:srgbClr val="4EA72E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6" name="Accolades 575">
                  <a:extLst>
                    <a:ext uri="{FF2B5EF4-FFF2-40B4-BE49-F238E27FC236}">
                      <a16:creationId xmlns:a16="http://schemas.microsoft.com/office/drawing/2014/main" id="{596C1A2A-BF1E-FE8C-8683-F9870EB636EB}"/>
                    </a:ext>
                  </a:extLst>
                </p:cNvPr>
                <p:cNvSpPr/>
                <p:nvPr/>
              </p:nvSpPr>
              <p:spPr>
                <a:xfrm>
                  <a:off x="5174844" y="1786245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ln w="38100">
                  <a:solidFill>
                    <a:srgbClr val="4EA7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tIns="0" rIns="18000" bIns="144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A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576" name="Accolades 575">
                  <a:extLst>
                    <a:ext uri="{FF2B5EF4-FFF2-40B4-BE49-F238E27FC236}">
                      <a16:creationId xmlns:a16="http://schemas.microsoft.com/office/drawing/2014/main" id="{596C1A2A-BF1E-FE8C-8683-F9870EB636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844" y="1786245"/>
                  <a:ext cx="490147" cy="360000"/>
                </a:xfrm>
                <a:prstGeom prst="bracePair">
                  <a:avLst>
                    <a:gd name="adj" fmla="val 19444"/>
                  </a:avLst>
                </a:prstGeom>
                <a:blipFill>
                  <a:blip r:embed="rId56"/>
                  <a:stretch>
                    <a:fillRect/>
                  </a:stretch>
                </a:blipFill>
                <a:ln w="38100">
                  <a:solidFill>
                    <a:srgbClr val="4EA72E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7" name="Connecteur droit avec flèche 576">
              <a:extLst>
                <a:ext uri="{FF2B5EF4-FFF2-40B4-BE49-F238E27FC236}">
                  <a16:creationId xmlns:a16="http://schemas.microsoft.com/office/drawing/2014/main" id="{BBF43CC1-42D3-807B-784B-EA2E63625A8D}"/>
                </a:ext>
              </a:extLst>
            </p:cNvPr>
            <p:cNvCxnSpPr>
              <a:cxnSpLocks/>
            </p:cNvCxnSpPr>
            <p:nvPr/>
          </p:nvCxnSpPr>
          <p:spPr>
            <a:xfrm>
              <a:off x="5421353" y="981187"/>
              <a:ext cx="8112" cy="743173"/>
            </a:xfrm>
            <a:prstGeom prst="straightConnector1">
              <a:avLst/>
            </a:prstGeom>
            <a:ln w="38100">
              <a:solidFill>
                <a:srgbClr val="4EA7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8" name="Ellipse 577">
                  <a:extLst>
                    <a:ext uri="{FF2B5EF4-FFF2-40B4-BE49-F238E27FC236}">
                      <a16:creationId xmlns:a16="http://schemas.microsoft.com/office/drawing/2014/main" id="{799640B4-06EE-5094-80DB-1278C715C66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140816" y="682647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fr-FR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78" name="Ellipse 577">
                  <a:extLst>
                    <a:ext uri="{FF2B5EF4-FFF2-40B4-BE49-F238E27FC236}">
                      <a16:creationId xmlns:a16="http://schemas.microsoft.com/office/drawing/2014/main" id="{799640B4-06EE-5094-80DB-1278C715C6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0816" y="682647"/>
                  <a:ext cx="540000" cy="540000"/>
                </a:xfrm>
                <a:prstGeom prst="ellipse">
                  <a:avLst/>
                </a:prstGeom>
                <a:blipFill>
                  <a:blip r:embed="rId5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9" name="Connecteur droit avec flèche 578">
            <a:extLst>
              <a:ext uri="{FF2B5EF4-FFF2-40B4-BE49-F238E27FC236}">
                <a16:creationId xmlns:a16="http://schemas.microsoft.com/office/drawing/2014/main" id="{BC285C7E-2AE6-B4C1-CCDA-9C405F5E4BCB}"/>
              </a:ext>
            </a:extLst>
          </p:cNvPr>
          <p:cNvCxnSpPr>
            <a:cxnSpLocks/>
          </p:cNvCxnSpPr>
          <p:nvPr/>
        </p:nvCxnSpPr>
        <p:spPr>
          <a:xfrm flipH="1">
            <a:off x="19203643" y="12175456"/>
            <a:ext cx="636712" cy="726696"/>
          </a:xfrm>
          <a:prstGeom prst="straightConnector1">
            <a:avLst/>
          </a:prstGeom>
          <a:ln w="38100">
            <a:solidFill>
              <a:srgbClr val="073B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eur droit avec flèche 579">
            <a:extLst>
              <a:ext uri="{FF2B5EF4-FFF2-40B4-BE49-F238E27FC236}">
                <a16:creationId xmlns:a16="http://schemas.microsoft.com/office/drawing/2014/main" id="{B4FA9C3A-B238-EFCE-6A12-2EB4AEB7206E}"/>
              </a:ext>
            </a:extLst>
          </p:cNvPr>
          <p:cNvCxnSpPr>
            <a:cxnSpLocks/>
          </p:cNvCxnSpPr>
          <p:nvPr/>
        </p:nvCxnSpPr>
        <p:spPr>
          <a:xfrm>
            <a:off x="19859004" y="12170030"/>
            <a:ext cx="618063" cy="702909"/>
          </a:xfrm>
          <a:prstGeom prst="straightConnector1">
            <a:avLst/>
          </a:prstGeom>
          <a:ln w="38100">
            <a:solidFill>
              <a:srgbClr val="073B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1" name="Accolades 580">
                <a:extLst>
                  <a:ext uri="{FF2B5EF4-FFF2-40B4-BE49-F238E27FC236}">
                    <a16:creationId xmlns:a16="http://schemas.microsoft.com/office/drawing/2014/main" id="{39DF95E4-D710-4CF0-6AD7-385DF3C70018}"/>
                  </a:ext>
                </a:extLst>
              </p:cNvPr>
              <p:cNvSpPr/>
              <p:nvPr/>
            </p:nvSpPr>
            <p:spPr>
              <a:xfrm>
                <a:off x="18952206" y="12977510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073B4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81" name="Accolades 580">
                <a:extLst>
                  <a:ext uri="{FF2B5EF4-FFF2-40B4-BE49-F238E27FC236}">
                    <a16:creationId xmlns:a16="http://schemas.microsoft.com/office/drawing/2014/main" id="{39DF95E4-D710-4CF0-6AD7-385DF3C700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2206" y="12977510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58"/>
                <a:stretch>
                  <a:fillRect/>
                </a:stretch>
              </a:blipFill>
              <a:ln w="38100">
                <a:solidFill>
                  <a:srgbClr val="073B4C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2" name="Accolades 581">
                <a:extLst>
                  <a:ext uri="{FF2B5EF4-FFF2-40B4-BE49-F238E27FC236}">
                    <a16:creationId xmlns:a16="http://schemas.microsoft.com/office/drawing/2014/main" id="{D85EC5FA-F141-622A-271E-541217A47FDD}"/>
                  </a:ext>
                </a:extLst>
              </p:cNvPr>
              <p:cNvSpPr/>
              <p:nvPr/>
            </p:nvSpPr>
            <p:spPr>
              <a:xfrm>
                <a:off x="20263341" y="12970645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073B4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82" name="Accolades 581">
                <a:extLst>
                  <a:ext uri="{FF2B5EF4-FFF2-40B4-BE49-F238E27FC236}">
                    <a16:creationId xmlns:a16="http://schemas.microsoft.com/office/drawing/2014/main" id="{D85EC5FA-F141-622A-271E-541217A47F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3341" y="12970645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59"/>
                <a:stretch>
                  <a:fillRect/>
                </a:stretch>
              </a:blipFill>
              <a:ln w="38100">
                <a:solidFill>
                  <a:srgbClr val="073B4C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3" name="Accolades 582">
                <a:extLst>
                  <a:ext uri="{FF2B5EF4-FFF2-40B4-BE49-F238E27FC236}">
                    <a16:creationId xmlns:a16="http://schemas.microsoft.com/office/drawing/2014/main" id="{17436971-F61A-5FD0-CE6A-ADF061A932D7}"/>
                  </a:ext>
                </a:extLst>
              </p:cNvPr>
              <p:cNvSpPr/>
              <p:nvPr/>
            </p:nvSpPr>
            <p:spPr>
              <a:xfrm>
                <a:off x="19604383" y="12973634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4EA72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83" name="Accolades 582">
                <a:extLst>
                  <a:ext uri="{FF2B5EF4-FFF2-40B4-BE49-F238E27FC236}">
                    <a16:creationId xmlns:a16="http://schemas.microsoft.com/office/drawing/2014/main" id="{17436971-F61A-5FD0-CE6A-ADF061A932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4383" y="12973634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60"/>
                <a:stretch>
                  <a:fillRect/>
                </a:stretch>
              </a:blipFill>
              <a:ln w="38100">
                <a:solidFill>
                  <a:srgbClr val="4EA72E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4" name="Connecteur droit avec flèche 583">
            <a:extLst>
              <a:ext uri="{FF2B5EF4-FFF2-40B4-BE49-F238E27FC236}">
                <a16:creationId xmlns:a16="http://schemas.microsoft.com/office/drawing/2014/main" id="{92687879-EDCF-D63A-8D74-BC37FB0AC075}"/>
              </a:ext>
            </a:extLst>
          </p:cNvPr>
          <p:cNvCxnSpPr>
            <a:cxnSpLocks/>
          </p:cNvCxnSpPr>
          <p:nvPr/>
        </p:nvCxnSpPr>
        <p:spPr>
          <a:xfrm>
            <a:off x="19850892" y="12168576"/>
            <a:ext cx="8112" cy="743173"/>
          </a:xfrm>
          <a:prstGeom prst="straightConnector1">
            <a:avLst/>
          </a:prstGeom>
          <a:ln w="38100">
            <a:solidFill>
              <a:srgbClr val="4EA7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85" name="Ellipse 584">
                <a:extLst>
                  <a:ext uri="{FF2B5EF4-FFF2-40B4-BE49-F238E27FC236}">
                    <a16:creationId xmlns:a16="http://schemas.microsoft.com/office/drawing/2014/main" id="{EFDB47FC-E875-B593-B58A-34BB4C09D78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570355" y="11870036"/>
                <a:ext cx="540000" cy="540000"/>
              </a:xfrm>
              <a:prstGeom prst="ellipse">
                <a:avLst/>
              </a:prstGeom>
              <a:gradFill>
                <a:gsLst>
                  <a:gs pos="37000">
                    <a:srgbClr val="4EA72E"/>
                  </a:gs>
                  <a:gs pos="67000">
                    <a:srgbClr val="4EA72E"/>
                  </a:gs>
                  <a:gs pos="68000">
                    <a:srgbClr val="073B4C"/>
                  </a:gs>
                  <a:gs pos="36000">
                    <a:srgbClr val="073B4C"/>
                  </a:gs>
                </a:gsLst>
                <a:lin ang="0" scaled="0"/>
              </a:gradFill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fr-FR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585" name="Ellipse 584">
                <a:extLst>
                  <a:ext uri="{FF2B5EF4-FFF2-40B4-BE49-F238E27FC236}">
                    <a16:creationId xmlns:a16="http://schemas.microsoft.com/office/drawing/2014/main" id="{EFDB47FC-E875-B593-B58A-34BB4C09D7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0355" y="11870036"/>
                <a:ext cx="540000" cy="540000"/>
              </a:xfrm>
              <a:prstGeom prst="ellipse">
                <a:avLst/>
              </a:prstGeom>
              <a:blipFill>
                <a:blip r:embed="rId6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6" name="Connecteur droit avec flèche 585">
            <a:extLst>
              <a:ext uri="{FF2B5EF4-FFF2-40B4-BE49-F238E27FC236}">
                <a16:creationId xmlns:a16="http://schemas.microsoft.com/office/drawing/2014/main" id="{634DE822-EAC6-CF33-FEC5-EA49EC276056}"/>
              </a:ext>
            </a:extLst>
          </p:cNvPr>
          <p:cNvCxnSpPr>
            <a:cxnSpLocks/>
          </p:cNvCxnSpPr>
          <p:nvPr/>
        </p:nvCxnSpPr>
        <p:spPr>
          <a:xfrm flipH="1">
            <a:off x="19191151" y="13917063"/>
            <a:ext cx="636712" cy="726696"/>
          </a:xfrm>
          <a:prstGeom prst="straightConnector1">
            <a:avLst/>
          </a:prstGeom>
          <a:ln w="38100">
            <a:solidFill>
              <a:srgbClr val="073B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eur droit avec flèche 586">
            <a:extLst>
              <a:ext uri="{FF2B5EF4-FFF2-40B4-BE49-F238E27FC236}">
                <a16:creationId xmlns:a16="http://schemas.microsoft.com/office/drawing/2014/main" id="{EA7B3265-38B8-E3C4-7064-A026AA9C252E}"/>
              </a:ext>
            </a:extLst>
          </p:cNvPr>
          <p:cNvCxnSpPr>
            <a:cxnSpLocks/>
          </p:cNvCxnSpPr>
          <p:nvPr/>
        </p:nvCxnSpPr>
        <p:spPr>
          <a:xfrm>
            <a:off x="19846512" y="13911637"/>
            <a:ext cx="618063" cy="702909"/>
          </a:xfrm>
          <a:prstGeom prst="straightConnector1">
            <a:avLst/>
          </a:prstGeom>
          <a:ln w="38100">
            <a:solidFill>
              <a:srgbClr val="D86E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8" name="Accolades 587">
                <a:extLst>
                  <a:ext uri="{FF2B5EF4-FFF2-40B4-BE49-F238E27FC236}">
                    <a16:creationId xmlns:a16="http://schemas.microsoft.com/office/drawing/2014/main" id="{5B9E2D5E-BB00-8A1C-7F0C-3D39AA1EEF4C}"/>
                  </a:ext>
                </a:extLst>
              </p:cNvPr>
              <p:cNvSpPr/>
              <p:nvPr/>
            </p:nvSpPr>
            <p:spPr>
              <a:xfrm>
                <a:off x="18939714" y="14719117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073B4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88" name="Accolades 587">
                <a:extLst>
                  <a:ext uri="{FF2B5EF4-FFF2-40B4-BE49-F238E27FC236}">
                    <a16:creationId xmlns:a16="http://schemas.microsoft.com/office/drawing/2014/main" id="{5B9E2D5E-BB00-8A1C-7F0C-3D39AA1EEF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9714" y="14719117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62"/>
                <a:stretch>
                  <a:fillRect/>
                </a:stretch>
              </a:blipFill>
              <a:ln w="38100">
                <a:solidFill>
                  <a:srgbClr val="073B4C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9" name="Accolades 588">
                <a:extLst>
                  <a:ext uri="{FF2B5EF4-FFF2-40B4-BE49-F238E27FC236}">
                    <a16:creationId xmlns:a16="http://schemas.microsoft.com/office/drawing/2014/main" id="{0EFD7210-17A4-634B-3652-8AD3E0053EC5}"/>
                  </a:ext>
                </a:extLst>
              </p:cNvPr>
              <p:cNvSpPr/>
              <p:nvPr/>
            </p:nvSpPr>
            <p:spPr>
              <a:xfrm>
                <a:off x="20250849" y="14712252"/>
                <a:ext cx="618063" cy="380034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D86EC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589" name="Accolades 588">
                <a:extLst>
                  <a:ext uri="{FF2B5EF4-FFF2-40B4-BE49-F238E27FC236}">
                    <a16:creationId xmlns:a16="http://schemas.microsoft.com/office/drawing/2014/main" id="{0EFD7210-17A4-634B-3652-8AD3E0053E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0849" y="14712252"/>
                <a:ext cx="618063" cy="380034"/>
              </a:xfrm>
              <a:prstGeom prst="bracePair">
                <a:avLst>
                  <a:gd name="adj" fmla="val 19444"/>
                </a:avLst>
              </a:prstGeom>
              <a:blipFill>
                <a:blip r:embed="rId63"/>
                <a:stretch>
                  <a:fillRect/>
                </a:stretch>
              </a:blipFill>
              <a:ln w="38100">
                <a:solidFill>
                  <a:srgbClr val="D86ECC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0" name="Accolades 589">
                <a:extLst>
                  <a:ext uri="{FF2B5EF4-FFF2-40B4-BE49-F238E27FC236}">
                    <a16:creationId xmlns:a16="http://schemas.microsoft.com/office/drawing/2014/main" id="{00BC4813-75B6-3F99-E1C2-EE891298BF4E}"/>
                  </a:ext>
                </a:extLst>
              </p:cNvPr>
              <p:cNvSpPr/>
              <p:nvPr/>
            </p:nvSpPr>
            <p:spPr>
              <a:xfrm>
                <a:off x="19591891" y="14715241"/>
                <a:ext cx="490147" cy="360000"/>
              </a:xfrm>
              <a:prstGeom prst="bracePair">
                <a:avLst>
                  <a:gd name="adj" fmla="val 19444"/>
                </a:avLst>
              </a:prstGeom>
              <a:ln w="38100">
                <a:solidFill>
                  <a:srgbClr val="073B4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tIns="0" rIns="18000" bIns="144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90" name="Accolades 589">
                <a:extLst>
                  <a:ext uri="{FF2B5EF4-FFF2-40B4-BE49-F238E27FC236}">
                    <a16:creationId xmlns:a16="http://schemas.microsoft.com/office/drawing/2014/main" id="{00BC4813-75B6-3F99-E1C2-EE891298BF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1891" y="14715241"/>
                <a:ext cx="490147" cy="360000"/>
              </a:xfrm>
              <a:prstGeom prst="bracePair">
                <a:avLst>
                  <a:gd name="adj" fmla="val 19444"/>
                </a:avLst>
              </a:prstGeom>
              <a:blipFill>
                <a:blip r:embed="rId64"/>
                <a:stretch>
                  <a:fillRect/>
                </a:stretch>
              </a:blipFill>
              <a:ln w="38100">
                <a:solidFill>
                  <a:srgbClr val="073B4C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1" name="Connecteur droit avec flèche 590">
            <a:extLst>
              <a:ext uri="{FF2B5EF4-FFF2-40B4-BE49-F238E27FC236}">
                <a16:creationId xmlns:a16="http://schemas.microsoft.com/office/drawing/2014/main" id="{75A34AB3-63ED-583D-36F2-AB9C7CAC482A}"/>
              </a:ext>
            </a:extLst>
          </p:cNvPr>
          <p:cNvCxnSpPr>
            <a:cxnSpLocks/>
          </p:cNvCxnSpPr>
          <p:nvPr/>
        </p:nvCxnSpPr>
        <p:spPr>
          <a:xfrm>
            <a:off x="19838400" y="13910183"/>
            <a:ext cx="8112" cy="743173"/>
          </a:xfrm>
          <a:prstGeom prst="straightConnector1">
            <a:avLst/>
          </a:prstGeom>
          <a:ln w="38100">
            <a:solidFill>
              <a:srgbClr val="073B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2" name="Ellipse 591">
                <a:extLst>
                  <a:ext uri="{FF2B5EF4-FFF2-40B4-BE49-F238E27FC236}">
                    <a16:creationId xmlns:a16="http://schemas.microsoft.com/office/drawing/2014/main" id="{93039A37-D0E5-25D8-4853-06226C773BF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557863" y="13611643"/>
                <a:ext cx="540000" cy="540000"/>
              </a:xfrm>
              <a:prstGeom prst="ellipse">
                <a:avLst/>
              </a:prstGeom>
              <a:solidFill>
                <a:srgbClr val="073B4C"/>
              </a:solidFill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fr-FR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92" name="Ellipse 591">
                <a:extLst>
                  <a:ext uri="{FF2B5EF4-FFF2-40B4-BE49-F238E27FC236}">
                    <a16:creationId xmlns:a16="http://schemas.microsoft.com/office/drawing/2014/main" id="{93039A37-D0E5-25D8-4853-06226C773B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7863" y="13611643"/>
                <a:ext cx="540000" cy="540000"/>
              </a:xfrm>
              <a:prstGeom prst="ellipse">
                <a:avLst/>
              </a:prstGeom>
              <a:blipFill>
                <a:blip r:embed="rId6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ZoneTexte 592">
            <a:extLst>
              <a:ext uri="{FF2B5EF4-FFF2-40B4-BE49-F238E27FC236}">
                <a16:creationId xmlns:a16="http://schemas.microsoft.com/office/drawing/2014/main" id="{02A43990-724B-3BC2-CB44-4F3276CC29E2}"/>
              </a:ext>
            </a:extLst>
          </p:cNvPr>
          <p:cNvSpPr txBox="1"/>
          <p:nvPr/>
        </p:nvSpPr>
        <p:spPr>
          <a:xfrm>
            <a:off x="17412644" y="15520224"/>
            <a:ext cx="48846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>
                <a:latin typeface="Cambria" panose="02040503050406030204" pitchFamily="18" charset="0"/>
                <a:ea typeface="Cambria" panose="02040503050406030204" pitchFamily="18" charset="0"/>
              </a:rPr>
              <a:t>Replacement &amp; Variation</a:t>
            </a:r>
          </a:p>
        </p:txBody>
      </p:sp>
      <p:sp>
        <p:nvSpPr>
          <p:cNvPr id="594" name="Rectangle : coins arrondis 593">
            <a:extLst>
              <a:ext uri="{FF2B5EF4-FFF2-40B4-BE49-F238E27FC236}">
                <a16:creationId xmlns:a16="http://schemas.microsoft.com/office/drawing/2014/main" id="{53AC238D-DDA6-B0C0-FCDC-BEA4E12420E7}"/>
              </a:ext>
            </a:extLst>
          </p:cNvPr>
          <p:cNvSpPr/>
          <p:nvPr/>
        </p:nvSpPr>
        <p:spPr>
          <a:xfrm>
            <a:off x="24073410" y="9741041"/>
            <a:ext cx="3608795" cy="5678873"/>
          </a:xfrm>
          <a:prstGeom prst="roundRect">
            <a:avLst>
              <a:gd name="adj" fmla="val 5592"/>
            </a:avLst>
          </a:prstGeom>
          <a:solidFill>
            <a:schemeClr val="bg1"/>
          </a:solidFill>
          <a:ln w="57150"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Arial Black" panose="020B0A04020102020204" pitchFamily="34" charset="0"/>
            </a:endParaRPr>
          </a:p>
        </p:txBody>
      </p:sp>
      <p:sp>
        <p:nvSpPr>
          <p:cNvPr id="602" name="ZoneTexte 601">
            <a:extLst>
              <a:ext uri="{FF2B5EF4-FFF2-40B4-BE49-F238E27FC236}">
                <a16:creationId xmlns:a16="http://schemas.microsoft.com/office/drawing/2014/main" id="{65917C17-9351-4A92-71D9-044911BB24A7}"/>
              </a:ext>
            </a:extLst>
          </p:cNvPr>
          <p:cNvSpPr txBox="1"/>
          <p:nvPr/>
        </p:nvSpPr>
        <p:spPr>
          <a:xfrm>
            <a:off x="24577715" y="15426250"/>
            <a:ext cx="274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>
                <a:latin typeface="Cambria" panose="02040503050406030204" pitchFamily="18" charset="0"/>
                <a:ea typeface="Cambria" panose="02040503050406030204" pitchFamily="18" charset="0"/>
              </a:rPr>
              <a:t> Final Archive</a:t>
            </a:r>
          </a:p>
        </p:txBody>
      </p:sp>
      <p:sp>
        <p:nvSpPr>
          <p:cNvPr id="603" name="ZoneTexte 602">
            <a:extLst>
              <a:ext uri="{FF2B5EF4-FFF2-40B4-BE49-F238E27FC236}">
                <a16:creationId xmlns:a16="http://schemas.microsoft.com/office/drawing/2014/main" id="{254B1672-AA6F-6E3A-AEE6-60B34C87E45A}"/>
              </a:ext>
            </a:extLst>
          </p:cNvPr>
          <p:cNvSpPr txBox="1"/>
          <p:nvPr/>
        </p:nvSpPr>
        <p:spPr>
          <a:xfrm>
            <a:off x="8024546" y="8788441"/>
            <a:ext cx="72190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dirty="0">
                <a:latin typeface="Cambria" panose="02040503050406030204" pitchFamily="18" charset="0"/>
                <a:ea typeface="Cambria" panose="02040503050406030204" pitchFamily="18" charset="0"/>
              </a:rPr>
              <a:t>Training loop with MAP-Elites</a:t>
            </a:r>
          </a:p>
        </p:txBody>
      </p:sp>
      <p:sp>
        <p:nvSpPr>
          <p:cNvPr id="604" name="ZoneTexte 603">
            <a:extLst>
              <a:ext uri="{FF2B5EF4-FFF2-40B4-BE49-F238E27FC236}">
                <a16:creationId xmlns:a16="http://schemas.microsoft.com/office/drawing/2014/main" id="{50173B81-B316-53EB-6EF1-2BA6FC21ED5C}"/>
              </a:ext>
            </a:extLst>
          </p:cNvPr>
          <p:cNvSpPr txBox="1"/>
          <p:nvPr/>
        </p:nvSpPr>
        <p:spPr>
          <a:xfrm>
            <a:off x="24347957" y="8796472"/>
            <a:ext cx="31341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dirty="0">
                <a:latin typeface="Cambria" panose="02040503050406030204" pitchFamily="18" charset="0"/>
                <a:ea typeface="Cambria" panose="02040503050406030204" pitchFamily="18" charset="0"/>
              </a:rPr>
              <a:t>Final Output</a:t>
            </a:r>
          </a:p>
        </p:txBody>
      </p:sp>
      <p:sp>
        <p:nvSpPr>
          <p:cNvPr id="605" name="ZoneTexte 604">
            <a:extLst>
              <a:ext uri="{FF2B5EF4-FFF2-40B4-BE49-F238E27FC236}">
                <a16:creationId xmlns:a16="http://schemas.microsoft.com/office/drawing/2014/main" id="{29A8B38A-91D0-4B6C-E10E-FD5ED736C873}"/>
              </a:ext>
            </a:extLst>
          </p:cNvPr>
          <p:cNvSpPr txBox="1"/>
          <p:nvPr/>
        </p:nvSpPr>
        <p:spPr>
          <a:xfrm>
            <a:off x="8312823" y="2725300"/>
            <a:ext cx="1362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latin typeface="Cambria" panose="02040503050406030204" pitchFamily="18" charset="0"/>
                <a:ea typeface="Cambria" panose="02040503050406030204" pitchFamily="18" charset="0"/>
              </a:rPr>
              <a:t>Fitness</a:t>
            </a: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7E799169-CB11-C809-4E25-1C7C5B93BEF3}"/>
              </a:ext>
            </a:extLst>
          </p:cNvPr>
          <p:cNvSpPr/>
          <p:nvPr/>
        </p:nvSpPr>
        <p:spPr>
          <a:xfrm>
            <a:off x="7846449" y="10471780"/>
            <a:ext cx="562707" cy="2070423"/>
          </a:xfrm>
          <a:prstGeom prst="rect">
            <a:avLst/>
          </a:prstGeom>
          <a:solidFill>
            <a:srgbClr val="4EA72E">
              <a:alpha val="23000"/>
            </a:srgb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7F959B49-5E55-83E8-F727-77E5E812381C}"/>
              </a:ext>
            </a:extLst>
          </p:cNvPr>
          <p:cNvSpPr/>
          <p:nvPr/>
        </p:nvSpPr>
        <p:spPr>
          <a:xfrm>
            <a:off x="7846449" y="10841362"/>
            <a:ext cx="562707" cy="1700841"/>
          </a:xfrm>
          <a:prstGeom prst="rect">
            <a:avLst/>
          </a:prstGeom>
          <a:solidFill>
            <a:srgbClr val="4EA72E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526C61D9-962E-4B4A-AAE5-1DDA317175F9}"/>
              </a:ext>
            </a:extLst>
          </p:cNvPr>
          <p:cNvSpPr/>
          <p:nvPr/>
        </p:nvSpPr>
        <p:spPr>
          <a:xfrm>
            <a:off x="9582321" y="10471780"/>
            <a:ext cx="562707" cy="2070423"/>
          </a:xfrm>
          <a:prstGeom prst="rect">
            <a:avLst/>
          </a:prstGeom>
          <a:solidFill>
            <a:srgbClr val="A2003E">
              <a:alpha val="23000"/>
            </a:srgb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17B575A6-DB3E-CADD-B550-AAB7EBA39770}"/>
              </a:ext>
            </a:extLst>
          </p:cNvPr>
          <p:cNvSpPr/>
          <p:nvPr/>
        </p:nvSpPr>
        <p:spPr>
          <a:xfrm>
            <a:off x="9582321" y="11241636"/>
            <a:ext cx="562707" cy="1300567"/>
          </a:xfrm>
          <a:prstGeom prst="rect">
            <a:avLst/>
          </a:prstGeom>
          <a:solidFill>
            <a:srgbClr val="A2003E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DEC07E24-1F61-638C-1916-53ABF250AF4C}"/>
              </a:ext>
            </a:extLst>
          </p:cNvPr>
          <p:cNvSpPr/>
          <p:nvPr/>
        </p:nvSpPr>
        <p:spPr>
          <a:xfrm>
            <a:off x="8712907" y="10471780"/>
            <a:ext cx="562707" cy="2070423"/>
          </a:xfrm>
          <a:prstGeom prst="rect">
            <a:avLst/>
          </a:prstGeom>
          <a:solidFill>
            <a:srgbClr val="073B4C">
              <a:alpha val="23000"/>
            </a:srgb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C4C3F333-1F2C-34FF-D000-E367D6370078}"/>
              </a:ext>
            </a:extLst>
          </p:cNvPr>
          <p:cNvSpPr/>
          <p:nvPr/>
        </p:nvSpPr>
        <p:spPr>
          <a:xfrm>
            <a:off x="8712907" y="12243442"/>
            <a:ext cx="562707" cy="298761"/>
          </a:xfrm>
          <a:prstGeom prst="rect">
            <a:avLst/>
          </a:prstGeom>
          <a:solidFill>
            <a:srgbClr val="073B4C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9" name="ZoneTexte 548">
                <a:extLst>
                  <a:ext uri="{FF2B5EF4-FFF2-40B4-BE49-F238E27FC236}">
                    <a16:creationId xmlns:a16="http://schemas.microsoft.com/office/drawing/2014/main" id="{D340C0FC-D40D-9A2F-5261-39DD5B6398DF}"/>
                  </a:ext>
                </a:extLst>
              </p:cNvPr>
              <p:cNvSpPr txBox="1"/>
              <p:nvPr/>
            </p:nvSpPr>
            <p:spPr>
              <a:xfrm>
                <a:off x="7902812" y="12510950"/>
                <a:ext cx="5627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49" name="ZoneTexte 548">
                <a:extLst>
                  <a:ext uri="{FF2B5EF4-FFF2-40B4-BE49-F238E27FC236}">
                    <a16:creationId xmlns:a16="http://schemas.microsoft.com/office/drawing/2014/main" id="{D340C0FC-D40D-9A2F-5261-39DD5B639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812" y="12510950"/>
                <a:ext cx="562708" cy="461665"/>
              </a:xfrm>
              <a:prstGeom prst="rect">
                <a:avLst/>
              </a:prstGeom>
              <a:blipFill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0" name="ZoneTexte 549">
                <a:extLst>
                  <a:ext uri="{FF2B5EF4-FFF2-40B4-BE49-F238E27FC236}">
                    <a16:creationId xmlns:a16="http://schemas.microsoft.com/office/drawing/2014/main" id="{F006C199-7C90-6AE9-F042-63083F68EB8E}"/>
                  </a:ext>
                </a:extLst>
              </p:cNvPr>
              <p:cNvSpPr txBox="1"/>
              <p:nvPr/>
            </p:nvSpPr>
            <p:spPr>
              <a:xfrm>
                <a:off x="8739746" y="12542203"/>
                <a:ext cx="5627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50" name="ZoneTexte 549">
                <a:extLst>
                  <a:ext uri="{FF2B5EF4-FFF2-40B4-BE49-F238E27FC236}">
                    <a16:creationId xmlns:a16="http://schemas.microsoft.com/office/drawing/2014/main" id="{F006C199-7C90-6AE9-F042-63083F68E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9746" y="12542203"/>
                <a:ext cx="562708" cy="461665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1" name="ZoneTexte 550">
                <a:extLst>
                  <a:ext uri="{FF2B5EF4-FFF2-40B4-BE49-F238E27FC236}">
                    <a16:creationId xmlns:a16="http://schemas.microsoft.com/office/drawing/2014/main" id="{E1EFF8C7-07E1-D574-CF25-4E4D9C56E4D8}"/>
                  </a:ext>
                </a:extLst>
              </p:cNvPr>
              <p:cNvSpPr txBox="1"/>
              <p:nvPr/>
            </p:nvSpPr>
            <p:spPr>
              <a:xfrm>
                <a:off x="9577024" y="12542202"/>
                <a:ext cx="5627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51" name="ZoneTexte 550">
                <a:extLst>
                  <a:ext uri="{FF2B5EF4-FFF2-40B4-BE49-F238E27FC236}">
                    <a16:creationId xmlns:a16="http://schemas.microsoft.com/office/drawing/2014/main" id="{E1EFF8C7-07E1-D574-CF25-4E4D9C56E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7024" y="12542202"/>
                <a:ext cx="562708" cy="461665"/>
              </a:xfrm>
              <a:prstGeom prst="rect">
                <a:avLst/>
              </a:prstGeom>
              <a:blipFill>
                <a:blip r:embed="rId7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6" name="ZoneTexte 605">
            <a:extLst>
              <a:ext uri="{FF2B5EF4-FFF2-40B4-BE49-F238E27FC236}">
                <a16:creationId xmlns:a16="http://schemas.microsoft.com/office/drawing/2014/main" id="{6C980BF3-4330-5DD3-8EE3-8D44ED69CA23}"/>
              </a:ext>
            </a:extLst>
          </p:cNvPr>
          <p:cNvSpPr txBox="1"/>
          <p:nvPr/>
        </p:nvSpPr>
        <p:spPr>
          <a:xfrm>
            <a:off x="8339663" y="9911790"/>
            <a:ext cx="1362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latin typeface="Cambria" panose="02040503050406030204" pitchFamily="18" charset="0"/>
                <a:ea typeface="Cambria" panose="02040503050406030204" pitchFamily="18" charset="0"/>
              </a:rPr>
              <a:t>Fitness</a:t>
            </a: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8020EE68-7962-52FC-AC03-2C5D61F23934}"/>
              </a:ext>
            </a:extLst>
          </p:cNvPr>
          <p:cNvSpPr/>
          <p:nvPr/>
        </p:nvSpPr>
        <p:spPr>
          <a:xfrm>
            <a:off x="7386983" y="13633372"/>
            <a:ext cx="304195" cy="1119256"/>
          </a:xfrm>
          <a:prstGeom prst="rect">
            <a:avLst/>
          </a:prstGeom>
          <a:solidFill>
            <a:srgbClr val="4EA72E">
              <a:alpha val="23000"/>
            </a:srgb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 dirty="0"/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53057195-AE42-B965-6E8B-C7D888F159AC}"/>
              </a:ext>
            </a:extLst>
          </p:cNvPr>
          <p:cNvSpPr/>
          <p:nvPr/>
        </p:nvSpPr>
        <p:spPr>
          <a:xfrm>
            <a:off x="7386983" y="14295119"/>
            <a:ext cx="304195" cy="457507"/>
          </a:xfrm>
          <a:prstGeom prst="rect">
            <a:avLst/>
          </a:prstGeom>
          <a:solidFill>
            <a:srgbClr val="4EA72E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 dirty="0"/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6D001659-7439-AD96-2866-266AF0B9F810}"/>
              </a:ext>
            </a:extLst>
          </p:cNvPr>
          <p:cNvSpPr/>
          <p:nvPr/>
        </p:nvSpPr>
        <p:spPr>
          <a:xfrm>
            <a:off x="8325383" y="13633372"/>
            <a:ext cx="304195" cy="1119256"/>
          </a:xfrm>
          <a:prstGeom prst="rect">
            <a:avLst/>
          </a:prstGeom>
          <a:solidFill>
            <a:srgbClr val="A2003E">
              <a:alpha val="23000"/>
            </a:srgb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 dirty="0"/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88B3E9BB-6928-82D0-B4F1-D204CFF0D2E2}"/>
              </a:ext>
            </a:extLst>
          </p:cNvPr>
          <p:cNvSpPr/>
          <p:nvPr/>
        </p:nvSpPr>
        <p:spPr>
          <a:xfrm>
            <a:off x="8325383" y="14313408"/>
            <a:ext cx="304195" cy="439219"/>
          </a:xfrm>
          <a:prstGeom prst="rect">
            <a:avLst/>
          </a:prstGeom>
          <a:solidFill>
            <a:srgbClr val="A2003E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 dirty="0"/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7F8C6914-172E-1BBC-C001-CFCC24FFA0A6}"/>
              </a:ext>
            </a:extLst>
          </p:cNvPr>
          <p:cNvSpPr/>
          <p:nvPr/>
        </p:nvSpPr>
        <p:spPr>
          <a:xfrm>
            <a:off x="7855384" y="13633372"/>
            <a:ext cx="304195" cy="1119256"/>
          </a:xfrm>
          <a:prstGeom prst="rect">
            <a:avLst/>
          </a:prstGeom>
          <a:solidFill>
            <a:srgbClr val="073B4C">
              <a:alpha val="23000"/>
            </a:srgb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 dirty="0"/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04899520-0DFD-8446-FC88-C109C3E129BB}"/>
              </a:ext>
            </a:extLst>
          </p:cNvPr>
          <p:cNvSpPr/>
          <p:nvPr/>
        </p:nvSpPr>
        <p:spPr>
          <a:xfrm>
            <a:off x="7855384" y="13911637"/>
            <a:ext cx="304195" cy="840990"/>
          </a:xfrm>
          <a:prstGeom prst="rect">
            <a:avLst/>
          </a:prstGeom>
          <a:solidFill>
            <a:srgbClr val="073B4C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7" name="ZoneTexte 626">
                <a:extLst>
                  <a:ext uri="{FF2B5EF4-FFF2-40B4-BE49-F238E27FC236}">
                    <a16:creationId xmlns:a16="http://schemas.microsoft.com/office/drawing/2014/main" id="{8A208FB1-AB44-01EF-C735-6D6E71C2D6A5}"/>
                  </a:ext>
                </a:extLst>
              </p:cNvPr>
              <p:cNvSpPr txBox="1"/>
              <p:nvPr/>
            </p:nvSpPr>
            <p:spPr>
              <a:xfrm>
                <a:off x="7386972" y="14735732"/>
                <a:ext cx="30419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CA" sz="1100" dirty="0"/>
              </a:p>
            </p:txBody>
          </p:sp>
        </mc:Choice>
        <mc:Fallback xmlns="">
          <p:sp>
            <p:nvSpPr>
              <p:cNvPr id="627" name="ZoneTexte 626">
                <a:extLst>
                  <a:ext uri="{FF2B5EF4-FFF2-40B4-BE49-F238E27FC236}">
                    <a16:creationId xmlns:a16="http://schemas.microsoft.com/office/drawing/2014/main" id="{8A208FB1-AB44-01EF-C735-6D6E71C2D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6972" y="14735732"/>
                <a:ext cx="304196" cy="307777"/>
              </a:xfrm>
              <a:prstGeom prst="rect">
                <a:avLst/>
              </a:prstGeom>
              <a:blipFill>
                <a:blip r:embed="rId73"/>
                <a:stretch>
                  <a:fillRect r="-16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8" name="ZoneTexte 627">
                <a:extLst>
                  <a:ext uri="{FF2B5EF4-FFF2-40B4-BE49-F238E27FC236}">
                    <a16:creationId xmlns:a16="http://schemas.microsoft.com/office/drawing/2014/main" id="{016E3265-0B48-2781-4F78-BE9166AD38B8}"/>
                  </a:ext>
                </a:extLst>
              </p:cNvPr>
              <p:cNvSpPr txBox="1"/>
              <p:nvPr/>
            </p:nvSpPr>
            <p:spPr>
              <a:xfrm>
                <a:off x="7839413" y="14752627"/>
                <a:ext cx="30419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sz="1100" dirty="0"/>
              </a:p>
            </p:txBody>
          </p:sp>
        </mc:Choice>
        <mc:Fallback xmlns="">
          <p:sp>
            <p:nvSpPr>
              <p:cNvPr id="628" name="ZoneTexte 627">
                <a:extLst>
                  <a:ext uri="{FF2B5EF4-FFF2-40B4-BE49-F238E27FC236}">
                    <a16:creationId xmlns:a16="http://schemas.microsoft.com/office/drawing/2014/main" id="{016E3265-0B48-2781-4F78-BE9166AD3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9413" y="14752627"/>
                <a:ext cx="304196" cy="307777"/>
              </a:xfrm>
              <a:prstGeom prst="rect">
                <a:avLst/>
              </a:prstGeom>
              <a:blipFill>
                <a:blip r:embed="rId74"/>
                <a:stretch>
                  <a:fillRect r="-14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9" name="ZoneTexte 628">
                <a:extLst>
                  <a:ext uri="{FF2B5EF4-FFF2-40B4-BE49-F238E27FC236}">
                    <a16:creationId xmlns:a16="http://schemas.microsoft.com/office/drawing/2014/main" id="{1F4E7EC0-A8B1-644D-3C4F-028E8AF71042}"/>
                  </a:ext>
                </a:extLst>
              </p:cNvPr>
              <p:cNvSpPr txBox="1"/>
              <p:nvPr/>
            </p:nvSpPr>
            <p:spPr>
              <a:xfrm>
                <a:off x="8292040" y="14752627"/>
                <a:ext cx="30419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sz="1100" dirty="0"/>
              </a:p>
            </p:txBody>
          </p:sp>
        </mc:Choice>
        <mc:Fallback xmlns="">
          <p:sp>
            <p:nvSpPr>
              <p:cNvPr id="629" name="ZoneTexte 628">
                <a:extLst>
                  <a:ext uri="{FF2B5EF4-FFF2-40B4-BE49-F238E27FC236}">
                    <a16:creationId xmlns:a16="http://schemas.microsoft.com/office/drawing/2014/main" id="{1F4E7EC0-A8B1-644D-3C4F-028E8AF71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2040" y="14752627"/>
                <a:ext cx="304196" cy="307777"/>
              </a:xfrm>
              <a:prstGeom prst="rect">
                <a:avLst/>
              </a:prstGeom>
              <a:blipFill>
                <a:blip r:embed="rId75"/>
                <a:stretch>
                  <a:fillRect r="-16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0" name="ZoneTexte 629">
            <a:extLst>
              <a:ext uri="{FF2B5EF4-FFF2-40B4-BE49-F238E27FC236}">
                <a16:creationId xmlns:a16="http://schemas.microsoft.com/office/drawing/2014/main" id="{2FB41E22-D9A9-6CA2-871C-EF4F16CEDBBB}"/>
              </a:ext>
            </a:extLst>
          </p:cNvPr>
          <p:cNvSpPr txBox="1"/>
          <p:nvPr/>
        </p:nvSpPr>
        <p:spPr>
          <a:xfrm>
            <a:off x="7438657" y="13328075"/>
            <a:ext cx="1214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b="1" dirty="0">
                <a:latin typeface="Cambria" panose="02040503050406030204" pitchFamily="18" charset="0"/>
                <a:ea typeface="Cambria" panose="02040503050406030204" pitchFamily="18" charset="0"/>
              </a:rPr>
              <a:t>Descriptor 0</a:t>
            </a:r>
            <a:endParaRPr lang="en-CA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D320801C-60F8-4CA4-FA6D-C0589E135C3F}"/>
              </a:ext>
            </a:extLst>
          </p:cNvPr>
          <p:cNvSpPr/>
          <p:nvPr/>
        </p:nvSpPr>
        <p:spPr>
          <a:xfrm>
            <a:off x="9021102" y="13633372"/>
            <a:ext cx="304195" cy="1119256"/>
          </a:xfrm>
          <a:prstGeom prst="rect">
            <a:avLst/>
          </a:prstGeom>
          <a:solidFill>
            <a:srgbClr val="4EA72E">
              <a:alpha val="23000"/>
            </a:srgb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 dirty="0"/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F2A16A7C-46B7-B7E4-B705-1964DF06D490}"/>
              </a:ext>
            </a:extLst>
          </p:cNvPr>
          <p:cNvSpPr/>
          <p:nvPr/>
        </p:nvSpPr>
        <p:spPr>
          <a:xfrm>
            <a:off x="9021102" y="13734288"/>
            <a:ext cx="304195" cy="1018339"/>
          </a:xfrm>
          <a:prstGeom prst="rect">
            <a:avLst/>
          </a:prstGeom>
          <a:solidFill>
            <a:srgbClr val="4EA72E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 dirty="0"/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6B134FB0-3C81-7E50-39AC-769611A6C4BA}"/>
              </a:ext>
            </a:extLst>
          </p:cNvPr>
          <p:cNvSpPr/>
          <p:nvPr/>
        </p:nvSpPr>
        <p:spPr>
          <a:xfrm>
            <a:off x="9959502" y="13633372"/>
            <a:ext cx="304195" cy="1119256"/>
          </a:xfrm>
          <a:prstGeom prst="rect">
            <a:avLst/>
          </a:prstGeom>
          <a:solidFill>
            <a:srgbClr val="A2003E">
              <a:alpha val="23000"/>
            </a:srgb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 dirty="0"/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A8A89C28-2BA7-9268-9514-D58B05A75B35}"/>
              </a:ext>
            </a:extLst>
          </p:cNvPr>
          <p:cNvSpPr/>
          <p:nvPr/>
        </p:nvSpPr>
        <p:spPr>
          <a:xfrm>
            <a:off x="9959502" y="13752576"/>
            <a:ext cx="304195" cy="1000051"/>
          </a:xfrm>
          <a:prstGeom prst="rect">
            <a:avLst/>
          </a:prstGeom>
          <a:solidFill>
            <a:srgbClr val="A2003E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 dirty="0"/>
          </a:p>
        </p:txBody>
      </p:sp>
      <p:sp>
        <p:nvSpPr>
          <p:cNvPr id="636" name="Rectangle 635">
            <a:extLst>
              <a:ext uri="{FF2B5EF4-FFF2-40B4-BE49-F238E27FC236}">
                <a16:creationId xmlns:a16="http://schemas.microsoft.com/office/drawing/2014/main" id="{CCF6149B-EAB2-A209-A335-661026943448}"/>
              </a:ext>
            </a:extLst>
          </p:cNvPr>
          <p:cNvSpPr/>
          <p:nvPr/>
        </p:nvSpPr>
        <p:spPr>
          <a:xfrm>
            <a:off x="9489503" y="13633372"/>
            <a:ext cx="304195" cy="1119256"/>
          </a:xfrm>
          <a:prstGeom prst="rect">
            <a:avLst/>
          </a:prstGeom>
          <a:solidFill>
            <a:srgbClr val="073B4C">
              <a:alpha val="23000"/>
            </a:srgb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 dirty="0"/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7A5D3F78-1129-8668-1A53-7DC21EB3F704}"/>
              </a:ext>
            </a:extLst>
          </p:cNvPr>
          <p:cNvSpPr/>
          <p:nvPr/>
        </p:nvSpPr>
        <p:spPr>
          <a:xfrm>
            <a:off x="9489503" y="14246352"/>
            <a:ext cx="304195" cy="506275"/>
          </a:xfrm>
          <a:prstGeom prst="rect">
            <a:avLst/>
          </a:prstGeom>
          <a:solidFill>
            <a:srgbClr val="073B4C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8" name="ZoneTexte 637">
                <a:extLst>
                  <a:ext uri="{FF2B5EF4-FFF2-40B4-BE49-F238E27FC236}">
                    <a16:creationId xmlns:a16="http://schemas.microsoft.com/office/drawing/2014/main" id="{8015783D-9079-ACF5-EF2D-BAEF88A3E17F}"/>
                  </a:ext>
                </a:extLst>
              </p:cNvPr>
              <p:cNvSpPr txBox="1"/>
              <p:nvPr/>
            </p:nvSpPr>
            <p:spPr>
              <a:xfrm>
                <a:off x="9021091" y="14735732"/>
                <a:ext cx="30419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CA" sz="1100" dirty="0"/>
              </a:p>
            </p:txBody>
          </p:sp>
        </mc:Choice>
        <mc:Fallback xmlns="">
          <p:sp>
            <p:nvSpPr>
              <p:cNvPr id="638" name="ZoneTexte 637">
                <a:extLst>
                  <a:ext uri="{FF2B5EF4-FFF2-40B4-BE49-F238E27FC236}">
                    <a16:creationId xmlns:a16="http://schemas.microsoft.com/office/drawing/2014/main" id="{8015783D-9079-ACF5-EF2D-BAEF88A3E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1091" y="14735732"/>
                <a:ext cx="304196" cy="307777"/>
              </a:xfrm>
              <a:prstGeom prst="rect">
                <a:avLst/>
              </a:prstGeom>
              <a:blipFill>
                <a:blip r:embed="rId73"/>
                <a:stretch>
                  <a:fillRect r="-16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9" name="ZoneTexte 638">
                <a:extLst>
                  <a:ext uri="{FF2B5EF4-FFF2-40B4-BE49-F238E27FC236}">
                    <a16:creationId xmlns:a16="http://schemas.microsoft.com/office/drawing/2014/main" id="{40043523-F100-3C34-0D82-046D25F95984}"/>
                  </a:ext>
                </a:extLst>
              </p:cNvPr>
              <p:cNvSpPr txBox="1"/>
              <p:nvPr/>
            </p:nvSpPr>
            <p:spPr>
              <a:xfrm>
                <a:off x="9473532" y="14752627"/>
                <a:ext cx="30419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sz="1100" dirty="0"/>
              </a:p>
            </p:txBody>
          </p:sp>
        </mc:Choice>
        <mc:Fallback xmlns="">
          <p:sp>
            <p:nvSpPr>
              <p:cNvPr id="639" name="ZoneTexte 638">
                <a:extLst>
                  <a:ext uri="{FF2B5EF4-FFF2-40B4-BE49-F238E27FC236}">
                    <a16:creationId xmlns:a16="http://schemas.microsoft.com/office/drawing/2014/main" id="{40043523-F100-3C34-0D82-046D25F95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3532" y="14752627"/>
                <a:ext cx="304196" cy="307777"/>
              </a:xfrm>
              <a:prstGeom prst="rect">
                <a:avLst/>
              </a:prstGeom>
              <a:blipFill>
                <a:blip r:embed="rId74"/>
                <a:stretch>
                  <a:fillRect r="-14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0" name="ZoneTexte 639">
                <a:extLst>
                  <a:ext uri="{FF2B5EF4-FFF2-40B4-BE49-F238E27FC236}">
                    <a16:creationId xmlns:a16="http://schemas.microsoft.com/office/drawing/2014/main" id="{2F6D7CC2-128C-E215-942C-70CFBBE80D85}"/>
                  </a:ext>
                </a:extLst>
              </p:cNvPr>
              <p:cNvSpPr txBox="1"/>
              <p:nvPr/>
            </p:nvSpPr>
            <p:spPr>
              <a:xfrm>
                <a:off x="9926159" y="14752627"/>
                <a:ext cx="30419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sz="1100" dirty="0"/>
              </a:p>
            </p:txBody>
          </p:sp>
        </mc:Choice>
        <mc:Fallback xmlns="">
          <p:sp>
            <p:nvSpPr>
              <p:cNvPr id="640" name="ZoneTexte 639">
                <a:extLst>
                  <a:ext uri="{FF2B5EF4-FFF2-40B4-BE49-F238E27FC236}">
                    <a16:creationId xmlns:a16="http://schemas.microsoft.com/office/drawing/2014/main" id="{2F6D7CC2-128C-E215-942C-70CFBBE80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6159" y="14752627"/>
                <a:ext cx="304196" cy="307777"/>
              </a:xfrm>
              <a:prstGeom prst="rect">
                <a:avLst/>
              </a:prstGeom>
              <a:blipFill>
                <a:blip r:embed="rId75"/>
                <a:stretch>
                  <a:fillRect r="-16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1" name="ZoneTexte 640">
            <a:extLst>
              <a:ext uri="{FF2B5EF4-FFF2-40B4-BE49-F238E27FC236}">
                <a16:creationId xmlns:a16="http://schemas.microsoft.com/office/drawing/2014/main" id="{77D7B007-B992-B070-7A92-598644199920}"/>
              </a:ext>
            </a:extLst>
          </p:cNvPr>
          <p:cNvSpPr txBox="1"/>
          <p:nvPr/>
        </p:nvSpPr>
        <p:spPr>
          <a:xfrm>
            <a:off x="9023160" y="13330645"/>
            <a:ext cx="1214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b="1" dirty="0">
                <a:latin typeface="Cambria" panose="02040503050406030204" pitchFamily="18" charset="0"/>
                <a:ea typeface="Cambria" panose="02040503050406030204" pitchFamily="18" charset="0"/>
              </a:rPr>
              <a:t>Descriptor 1</a:t>
            </a:r>
            <a:endParaRPr lang="en-CA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0" name="ZoneTexte 719">
            <a:extLst>
              <a:ext uri="{FF2B5EF4-FFF2-40B4-BE49-F238E27FC236}">
                <a16:creationId xmlns:a16="http://schemas.microsoft.com/office/drawing/2014/main" id="{D7DBE218-13C2-B309-2047-3DF55611FCC2}"/>
              </a:ext>
            </a:extLst>
          </p:cNvPr>
          <p:cNvSpPr txBox="1"/>
          <p:nvPr/>
        </p:nvSpPr>
        <p:spPr>
          <a:xfrm>
            <a:off x="24507564" y="13911637"/>
            <a:ext cx="2672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latin typeface="Cambria" panose="02040503050406030204" pitchFamily="18" charset="0"/>
                <a:ea typeface="Cambria" panose="02040503050406030204" pitchFamily="18" charset="0"/>
              </a:rPr>
              <a:t> Diverse agents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23D4FE7-D5FB-695C-E373-3D3481F27DF1}"/>
              </a:ext>
            </a:extLst>
          </p:cNvPr>
          <p:cNvSpPr/>
          <p:nvPr/>
        </p:nvSpPr>
        <p:spPr>
          <a:xfrm>
            <a:off x="12366263" y="9745450"/>
            <a:ext cx="4089600" cy="5680800"/>
          </a:xfrm>
          <a:prstGeom prst="roundRect">
            <a:avLst>
              <a:gd name="adj" fmla="val 5592"/>
            </a:avLst>
          </a:prstGeom>
          <a:solidFill>
            <a:schemeClr val="bg1"/>
          </a:solidFill>
          <a:ln w="57150"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Arial Black" panose="020B0A040201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8F25980-6B7F-6999-C496-AC0485B8877A}"/>
              </a:ext>
            </a:extLst>
          </p:cNvPr>
          <p:cNvSpPr txBox="1"/>
          <p:nvPr/>
        </p:nvSpPr>
        <p:spPr>
          <a:xfrm>
            <a:off x="13833406" y="13191752"/>
            <a:ext cx="1214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b="1" dirty="0">
                <a:latin typeface="Cambria" panose="02040503050406030204" pitchFamily="18" charset="0"/>
                <a:ea typeface="Cambria" panose="02040503050406030204" pitchFamily="18" charset="0"/>
              </a:rPr>
              <a:t>Descriptor 0</a:t>
            </a:r>
            <a:endParaRPr lang="en-CA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D4A9C8E0-477C-42EC-6CAB-35CDA4C6AAF5}"/>
              </a:ext>
            </a:extLst>
          </p:cNvPr>
          <p:cNvCxnSpPr/>
          <p:nvPr/>
        </p:nvCxnSpPr>
        <p:spPr>
          <a:xfrm>
            <a:off x="12971063" y="13214899"/>
            <a:ext cx="2880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79971EBB-EB34-6535-4F54-9BFF9F301450}"/>
              </a:ext>
            </a:extLst>
          </p:cNvPr>
          <p:cNvGrpSpPr/>
          <p:nvPr/>
        </p:nvGrpSpPr>
        <p:grpSpPr>
          <a:xfrm>
            <a:off x="12978860" y="10239888"/>
            <a:ext cx="2880000" cy="2888500"/>
            <a:chOff x="13176994" y="10506119"/>
            <a:chExt cx="2880000" cy="2888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9E5B505-3C46-BCFF-EEC4-547250A8D6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176994" y="10506119"/>
              <a:ext cx="2880000" cy="2880000"/>
            </a:xfrm>
            <a:prstGeom prst="rect">
              <a:avLst/>
            </a:prstGeom>
            <a:gradFill flip="none" rotWithShape="1">
              <a:gsLst>
                <a:gs pos="17000">
                  <a:srgbClr val="4EA72E"/>
                </a:gs>
                <a:gs pos="100000">
                  <a:srgbClr val="FF116C"/>
                </a:gs>
              </a:gsLst>
              <a:lin ang="4200000" scaled="0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124976D-D345-3A46-527C-C58EA103DA81}"/>
                </a:ext>
              </a:extLst>
            </p:cNvPr>
            <p:cNvSpPr>
              <a:spLocks/>
            </p:cNvSpPr>
            <p:nvPr/>
          </p:nvSpPr>
          <p:spPr>
            <a:xfrm>
              <a:off x="13176994" y="10514619"/>
              <a:ext cx="576000" cy="288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B88CCF7-B08F-FAD6-4EDC-E5C890BF309F}"/>
                </a:ext>
              </a:extLst>
            </p:cNvPr>
            <p:cNvSpPr>
              <a:spLocks/>
            </p:cNvSpPr>
            <p:nvPr/>
          </p:nvSpPr>
          <p:spPr>
            <a:xfrm>
              <a:off x="15480994" y="10514619"/>
              <a:ext cx="576000" cy="288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97DEAA6-4A35-97F9-8464-A4F8FF1CC3AE}"/>
                </a:ext>
              </a:extLst>
            </p:cNvPr>
            <p:cNvSpPr>
              <a:spLocks/>
            </p:cNvSpPr>
            <p:nvPr/>
          </p:nvSpPr>
          <p:spPr>
            <a:xfrm>
              <a:off x="14328994" y="10514619"/>
              <a:ext cx="576000" cy="288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525E5B8-CF31-41FC-0510-495E79F17307}"/>
                </a:ext>
              </a:extLst>
            </p:cNvPr>
            <p:cNvSpPr>
              <a:spLocks/>
            </p:cNvSpPr>
            <p:nvPr/>
          </p:nvSpPr>
          <p:spPr>
            <a:xfrm rot="5400000">
              <a:off x="14328994" y="9362619"/>
              <a:ext cx="576000" cy="288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9114FCE-51F0-6929-783D-5F34092B0B95}"/>
                </a:ext>
              </a:extLst>
            </p:cNvPr>
            <p:cNvSpPr>
              <a:spLocks/>
            </p:cNvSpPr>
            <p:nvPr/>
          </p:nvSpPr>
          <p:spPr>
            <a:xfrm rot="5400000">
              <a:off x="14328994" y="11666619"/>
              <a:ext cx="576000" cy="288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B2188C4-5DEE-0FBF-013C-3847169DF437}"/>
                </a:ext>
              </a:extLst>
            </p:cNvPr>
            <p:cNvSpPr>
              <a:spLocks/>
            </p:cNvSpPr>
            <p:nvPr/>
          </p:nvSpPr>
          <p:spPr>
            <a:xfrm rot="5400000">
              <a:off x="14328994" y="10514619"/>
              <a:ext cx="576000" cy="288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911620-8736-FE63-3F3A-F412B364A999}"/>
                </a:ext>
              </a:extLst>
            </p:cNvPr>
            <p:cNvSpPr>
              <a:spLocks/>
            </p:cNvSpPr>
            <p:nvPr/>
          </p:nvSpPr>
          <p:spPr>
            <a:xfrm>
              <a:off x="14904994" y="11090617"/>
              <a:ext cx="576000" cy="5760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663A937-847D-9350-6056-F0571C8FD6EA}"/>
                </a:ext>
              </a:extLst>
            </p:cNvPr>
            <p:cNvSpPr>
              <a:spLocks/>
            </p:cNvSpPr>
            <p:nvPr/>
          </p:nvSpPr>
          <p:spPr>
            <a:xfrm>
              <a:off x="13752994" y="12242619"/>
              <a:ext cx="576000" cy="5760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88F8487-F986-8445-F441-1D79F3C6FDA6}"/>
                </a:ext>
              </a:extLst>
            </p:cNvPr>
            <p:cNvSpPr>
              <a:spLocks/>
            </p:cNvSpPr>
            <p:nvPr/>
          </p:nvSpPr>
          <p:spPr>
            <a:xfrm>
              <a:off x="13752994" y="12818618"/>
              <a:ext cx="576000" cy="5760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B486A06-E10F-6361-CFC3-C2B1113A30FA}"/>
                </a:ext>
              </a:extLst>
            </p:cNvPr>
            <p:cNvSpPr>
              <a:spLocks/>
            </p:cNvSpPr>
            <p:nvPr/>
          </p:nvSpPr>
          <p:spPr>
            <a:xfrm>
              <a:off x="14904994" y="12814926"/>
              <a:ext cx="576000" cy="5760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149B4E7-EB34-D2BF-1A6C-B878EE987A8E}"/>
                </a:ext>
              </a:extLst>
            </p:cNvPr>
            <p:cNvSpPr>
              <a:spLocks/>
            </p:cNvSpPr>
            <p:nvPr/>
          </p:nvSpPr>
          <p:spPr>
            <a:xfrm>
              <a:off x="13752994" y="11666618"/>
              <a:ext cx="576000" cy="5760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CB38612-E06F-C6C6-70C6-3660FA8CCA0B}"/>
                </a:ext>
              </a:extLst>
            </p:cNvPr>
            <p:cNvSpPr>
              <a:spLocks/>
            </p:cNvSpPr>
            <p:nvPr/>
          </p:nvSpPr>
          <p:spPr>
            <a:xfrm>
              <a:off x="14904994" y="11666617"/>
              <a:ext cx="576000" cy="5760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13DEBEF-B2F0-3C51-A69E-3196814603EC}"/>
                </a:ext>
              </a:extLst>
            </p:cNvPr>
            <p:cNvSpPr>
              <a:spLocks/>
            </p:cNvSpPr>
            <p:nvPr/>
          </p:nvSpPr>
          <p:spPr>
            <a:xfrm>
              <a:off x="13752994" y="10514618"/>
              <a:ext cx="576000" cy="5760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8DF1E41-8064-D344-BDCE-AE6DA59D8599}"/>
                </a:ext>
              </a:extLst>
            </p:cNvPr>
            <p:cNvSpPr>
              <a:spLocks/>
            </p:cNvSpPr>
            <p:nvPr/>
          </p:nvSpPr>
          <p:spPr>
            <a:xfrm>
              <a:off x="14904994" y="10510366"/>
              <a:ext cx="576000" cy="5760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12FE481E-4E0B-30E7-42DE-C82E2E89A8C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5151" y="13921902"/>
                <a:ext cx="540000" cy="540000"/>
              </a:xfrm>
              <a:prstGeom prst="ellipse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12FE481E-4E0B-30E7-42DE-C82E2E89A8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5151" y="13921902"/>
                <a:ext cx="540000" cy="540000"/>
              </a:xfrm>
              <a:prstGeom prst="ellipse">
                <a:avLst/>
              </a:prstGeom>
              <a:blipFill>
                <a:blip r:embed="rId7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1EA4A70B-730A-9E60-DA74-AB53D851D96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148861" y="13921902"/>
                <a:ext cx="540000" cy="540000"/>
              </a:xfrm>
              <a:prstGeom prst="ellipse">
                <a:avLst/>
              </a:prstGeom>
              <a:solidFill>
                <a:srgbClr val="073B4C"/>
              </a:solidFill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1EA4A70B-730A-9E60-DA74-AB53D851D9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8861" y="13921902"/>
                <a:ext cx="540000" cy="540000"/>
              </a:xfrm>
              <a:prstGeom prst="ellipse">
                <a:avLst/>
              </a:prstGeom>
              <a:blipFill>
                <a:blip r:embed="rId7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E9418582-9096-C198-2282-8477032524D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136281" y="13921902"/>
                <a:ext cx="540000" cy="540000"/>
              </a:xfrm>
              <a:prstGeom prst="ellipse">
                <a:avLst/>
              </a:prstGeom>
              <a:solidFill>
                <a:srgbClr val="A2003E"/>
              </a:solidFill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E9418582-9096-C198-2282-8477032524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6281" y="13921902"/>
                <a:ext cx="540000" cy="540000"/>
              </a:xfrm>
              <a:prstGeom prst="ellipse">
                <a:avLst/>
              </a:prstGeom>
              <a:blipFill>
                <a:blip r:embed="rId7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e 27">
            <a:extLst>
              <a:ext uri="{FF2B5EF4-FFF2-40B4-BE49-F238E27FC236}">
                <a16:creationId xmlns:a16="http://schemas.microsoft.com/office/drawing/2014/main" id="{4566D993-DE7F-B60F-F6CE-40AB61DFB754}"/>
              </a:ext>
            </a:extLst>
          </p:cNvPr>
          <p:cNvGrpSpPr/>
          <p:nvPr/>
        </p:nvGrpSpPr>
        <p:grpSpPr>
          <a:xfrm>
            <a:off x="13395731" y="10957762"/>
            <a:ext cx="2385482" cy="4822951"/>
            <a:chOff x="12978497" y="5576141"/>
            <a:chExt cx="2385482" cy="4822951"/>
          </a:xfrm>
        </p:grpSpPr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3D55EE99-EB9C-0374-47F3-316CE3B0B57D}"/>
                </a:ext>
              </a:extLst>
            </p:cNvPr>
            <p:cNvSpPr/>
            <p:nvPr/>
          </p:nvSpPr>
          <p:spPr>
            <a:xfrm rot="11183697" flipV="1">
              <a:off x="12978497" y="5576141"/>
              <a:ext cx="914400" cy="4822951"/>
            </a:xfrm>
            <a:prstGeom prst="arc">
              <a:avLst>
                <a:gd name="adj1" fmla="val 16705190"/>
                <a:gd name="adj2" fmla="val 2809252"/>
              </a:avLst>
            </a:prstGeom>
            <a:ln w="7302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0F228237-4104-37F9-8D37-A3EA7BC2733E}"/>
                </a:ext>
              </a:extLst>
            </p:cNvPr>
            <p:cNvSpPr/>
            <p:nvPr/>
          </p:nvSpPr>
          <p:spPr>
            <a:xfrm>
              <a:off x="13791275" y="5583911"/>
              <a:ext cx="1572704" cy="2880000"/>
            </a:xfrm>
            <a:custGeom>
              <a:avLst/>
              <a:gdLst>
                <a:gd name="csX0" fmla="*/ 1226917 w 1493134"/>
                <a:gd name="csY0" fmla="*/ 2770553 h 2770553"/>
                <a:gd name="csX1" fmla="*/ 1493134 w 1493134"/>
                <a:gd name="csY1" fmla="*/ 1346867 h 2770553"/>
                <a:gd name="csX2" fmla="*/ 1226917 w 1493134"/>
                <a:gd name="csY2" fmla="*/ 108376 h 2770553"/>
                <a:gd name="csX3" fmla="*/ 0 w 1493134"/>
                <a:gd name="csY3" fmla="*/ 143100 h 2770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3134" h="2770553">
                  <a:moveTo>
                    <a:pt x="1226917" y="2770553"/>
                  </a:moveTo>
                  <a:cubicBezTo>
                    <a:pt x="1360025" y="2280558"/>
                    <a:pt x="1493134" y="1790563"/>
                    <a:pt x="1493134" y="1346867"/>
                  </a:cubicBezTo>
                  <a:cubicBezTo>
                    <a:pt x="1493134" y="903171"/>
                    <a:pt x="1475773" y="309004"/>
                    <a:pt x="1226917" y="108376"/>
                  </a:cubicBezTo>
                  <a:cubicBezTo>
                    <a:pt x="978061" y="-92252"/>
                    <a:pt x="489030" y="25424"/>
                    <a:pt x="0" y="143100"/>
                  </a:cubicBezTo>
                </a:path>
              </a:pathLst>
            </a:custGeom>
            <a:noFill/>
            <a:ln w="730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36A332F7-8988-7E8F-74B8-62C1EAE76698}"/>
                </a:ext>
              </a:extLst>
            </p:cNvPr>
            <p:cNvSpPr/>
            <p:nvPr/>
          </p:nvSpPr>
          <p:spPr>
            <a:xfrm rot="11398751" flipV="1">
              <a:off x="13874841" y="7121263"/>
              <a:ext cx="914400" cy="1732706"/>
            </a:xfrm>
            <a:prstGeom prst="arc">
              <a:avLst>
                <a:gd name="adj1" fmla="val 17245688"/>
                <a:gd name="adj2" fmla="val 3269627"/>
              </a:avLst>
            </a:prstGeom>
            <a:ln w="7302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32" name="Arc 31">
            <a:extLst>
              <a:ext uri="{FF2B5EF4-FFF2-40B4-BE49-F238E27FC236}">
                <a16:creationId xmlns:a16="http://schemas.microsoft.com/office/drawing/2014/main" id="{04BE62BB-BB58-ED1C-715C-7617D2792CD2}"/>
              </a:ext>
            </a:extLst>
          </p:cNvPr>
          <p:cNvSpPr/>
          <p:nvPr/>
        </p:nvSpPr>
        <p:spPr>
          <a:xfrm rot="11183697" flipV="1">
            <a:off x="13395468" y="10953951"/>
            <a:ext cx="914400" cy="4822951"/>
          </a:xfrm>
          <a:prstGeom prst="arc">
            <a:avLst>
              <a:gd name="adj1" fmla="val 16729285"/>
              <a:gd name="adj2" fmla="val 2809252"/>
            </a:avLst>
          </a:prstGeom>
          <a:ln w="57150">
            <a:solidFill>
              <a:schemeClr val="bg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Forme libre : forme 32">
            <a:extLst>
              <a:ext uri="{FF2B5EF4-FFF2-40B4-BE49-F238E27FC236}">
                <a16:creationId xmlns:a16="http://schemas.microsoft.com/office/drawing/2014/main" id="{CC2D1B00-0D5E-8DF0-52F6-07A86CB54A44}"/>
              </a:ext>
            </a:extLst>
          </p:cNvPr>
          <p:cNvSpPr/>
          <p:nvPr/>
        </p:nvSpPr>
        <p:spPr>
          <a:xfrm>
            <a:off x="14230994" y="10961721"/>
            <a:ext cx="1548000" cy="2880000"/>
          </a:xfrm>
          <a:custGeom>
            <a:avLst/>
            <a:gdLst>
              <a:gd name="csX0" fmla="*/ 1226917 w 1493134"/>
              <a:gd name="csY0" fmla="*/ 2770553 h 2770553"/>
              <a:gd name="csX1" fmla="*/ 1493134 w 1493134"/>
              <a:gd name="csY1" fmla="*/ 1346867 h 2770553"/>
              <a:gd name="csX2" fmla="*/ 1226917 w 1493134"/>
              <a:gd name="csY2" fmla="*/ 108376 h 2770553"/>
              <a:gd name="csX3" fmla="*/ 0 w 1493134"/>
              <a:gd name="csY3" fmla="*/ 143100 h 2770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93134" h="2770553">
                <a:moveTo>
                  <a:pt x="1226917" y="2770553"/>
                </a:moveTo>
                <a:cubicBezTo>
                  <a:pt x="1360025" y="2280558"/>
                  <a:pt x="1493134" y="1790563"/>
                  <a:pt x="1493134" y="1346867"/>
                </a:cubicBezTo>
                <a:cubicBezTo>
                  <a:pt x="1493134" y="903171"/>
                  <a:pt x="1475773" y="309004"/>
                  <a:pt x="1226917" y="108376"/>
                </a:cubicBezTo>
                <a:cubicBezTo>
                  <a:pt x="978061" y="-92252"/>
                  <a:pt x="489030" y="25424"/>
                  <a:pt x="0" y="143100"/>
                </a:cubicBezTo>
              </a:path>
            </a:pathLst>
          </a:custGeom>
          <a:noFill/>
          <a:ln w="57150"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CB637CFC-9C92-FDE1-BBFA-1E585DA9455F}"/>
              </a:ext>
            </a:extLst>
          </p:cNvPr>
          <p:cNvSpPr/>
          <p:nvPr/>
        </p:nvSpPr>
        <p:spPr>
          <a:xfrm rot="11398751" flipV="1">
            <a:off x="14291812" y="12499073"/>
            <a:ext cx="914400" cy="1732706"/>
          </a:xfrm>
          <a:prstGeom prst="arc">
            <a:avLst>
              <a:gd name="adj1" fmla="val 17381964"/>
              <a:gd name="adj2" fmla="val 3269627"/>
            </a:avLst>
          </a:prstGeom>
          <a:ln w="57150">
            <a:solidFill>
              <a:schemeClr val="bg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Forme en L 34">
            <a:extLst>
              <a:ext uri="{FF2B5EF4-FFF2-40B4-BE49-F238E27FC236}">
                <a16:creationId xmlns:a16="http://schemas.microsoft.com/office/drawing/2014/main" id="{A05F1C30-D45D-88CE-FFE8-F281CB605FAA}"/>
              </a:ext>
            </a:extLst>
          </p:cNvPr>
          <p:cNvSpPr/>
          <p:nvPr/>
        </p:nvSpPr>
        <p:spPr>
          <a:xfrm rot="18931454">
            <a:off x="13071482" y="14621529"/>
            <a:ext cx="608895" cy="360000"/>
          </a:xfrm>
          <a:prstGeom prst="corner">
            <a:avLst>
              <a:gd name="adj1" fmla="val 32798"/>
              <a:gd name="adj2" fmla="val 34928"/>
            </a:avLst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Forme en L 35">
            <a:extLst>
              <a:ext uri="{FF2B5EF4-FFF2-40B4-BE49-F238E27FC236}">
                <a16:creationId xmlns:a16="http://schemas.microsoft.com/office/drawing/2014/main" id="{4BAB5DA5-CD9C-FBA3-526B-D576B0969055}"/>
              </a:ext>
            </a:extLst>
          </p:cNvPr>
          <p:cNvSpPr/>
          <p:nvPr/>
        </p:nvSpPr>
        <p:spPr>
          <a:xfrm rot="18931454">
            <a:off x="14114413" y="14642871"/>
            <a:ext cx="608895" cy="360000"/>
          </a:xfrm>
          <a:prstGeom prst="corner">
            <a:avLst>
              <a:gd name="adj1" fmla="val 32798"/>
              <a:gd name="adj2" fmla="val 34928"/>
            </a:avLst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Signe de multiplication 36">
            <a:extLst>
              <a:ext uri="{FF2B5EF4-FFF2-40B4-BE49-F238E27FC236}">
                <a16:creationId xmlns:a16="http://schemas.microsoft.com/office/drawing/2014/main" id="{59BE1B93-8059-9FB0-52D5-544467C978DC}"/>
              </a:ext>
            </a:extLst>
          </p:cNvPr>
          <p:cNvSpPr/>
          <p:nvPr/>
        </p:nvSpPr>
        <p:spPr>
          <a:xfrm>
            <a:off x="14965244" y="14430265"/>
            <a:ext cx="914400" cy="914400"/>
          </a:xfrm>
          <a:prstGeom prst="mathMultiply">
            <a:avLst>
              <a:gd name="adj1" fmla="val 14853"/>
            </a:avLst>
          </a:prstGeom>
          <a:solidFill>
            <a:srgbClr val="E725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8E4AC376-B207-25B9-51C5-18477B28B927}"/>
              </a:ext>
            </a:extLst>
          </p:cNvPr>
          <p:cNvCxnSpPr>
            <a:cxnSpLocks/>
          </p:cNvCxnSpPr>
          <p:nvPr/>
        </p:nvCxnSpPr>
        <p:spPr>
          <a:xfrm flipV="1">
            <a:off x="12872782" y="10255170"/>
            <a:ext cx="0" cy="28800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D5E9FEEC-B6F6-B1D2-EC1E-535C0125AB1D}"/>
              </a:ext>
            </a:extLst>
          </p:cNvPr>
          <p:cNvSpPr>
            <a:spLocks/>
          </p:cNvSpPr>
          <p:nvPr/>
        </p:nvSpPr>
        <p:spPr>
          <a:xfrm>
            <a:off x="13554597" y="10822259"/>
            <a:ext cx="576000" cy="576001"/>
          </a:xfrm>
          <a:prstGeom prst="rect">
            <a:avLst/>
          </a:prstGeom>
          <a:solidFill>
            <a:srgbClr val="4EA72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B714820-5373-BE7D-14D6-D736BFABC950}"/>
              </a:ext>
            </a:extLst>
          </p:cNvPr>
          <p:cNvSpPr>
            <a:spLocks/>
          </p:cNvSpPr>
          <p:nvPr/>
        </p:nvSpPr>
        <p:spPr>
          <a:xfrm>
            <a:off x="14707706" y="11980080"/>
            <a:ext cx="576000" cy="576001"/>
          </a:xfrm>
          <a:prstGeom prst="rect">
            <a:avLst/>
          </a:prstGeom>
          <a:solidFill>
            <a:srgbClr val="073B4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9578DD61-DF4A-FD13-BA3A-F9D0EE4C79E5}"/>
              </a:ext>
            </a:extLst>
          </p:cNvPr>
          <p:cNvSpPr txBox="1"/>
          <p:nvPr/>
        </p:nvSpPr>
        <p:spPr>
          <a:xfrm rot="16200000">
            <a:off x="12093611" y="11503218"/>
            <a:ext cx="1214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b="1" dirty="0">
                <a:latin typeface="Cambria" panose="02040503050406030204" pitchFamily="18" charset="0"/>
                <a:ea typeface="Cambria" panose="02040503050406030204" pitchFamily="18" charset="0"/>
              </a:rPr>
              <a:t>Descriptor 1</a:t>
            </a:r>
            <a:endParaRPr lang="en-CA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9D5FA624-46B6-65AE-311B-565BC9680C6F}"/>
              </a:ext>
            </a:extLst>
          </p:cNvPr>
          <p:cNvSpPr txBox="1"/>
          <p:nvPr/>
        </p:nvSpPr>
        <p:spPr>
          <a:xfrm>
            <a:off x="25316583" y="13505522"/>
            <a:ext cx="1214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b="1" dirty="0">
                <a:latin typeface="Cambria" panose="02040503050406030204" pitchFamily="18" charset="0"/>
                <a:ea typeface="Cambria" panose="02040503050406030204" pitchFamily="18" charset="0"/>
              </a:rPr>
              <a:t>Descriptor 0</a:t>
            </a:r>
            <a:endParaRPr lang="en-CA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A102491B-8B94-F862-AB4C-31F4E4BC97C4}"/>
              </a:ext>
            </a:extLst>
          </p:cNvPr>
          <p:cNvCxnSpPr/>
          <p:nvPr/>
        </p:nvCxnSpPr>
        <p:spPr>
          <a:xfrm>
            <a:off x="24454240" y="13528669"/>
            <a:ext cx="2880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BBF70D9E-5676-2DC0-73C4-D4423119288D}"/>
              </a:ext>
            </a:extLst>
          </p:cNvPr>
          <p:cNvCxnSpPr>
            <a:cxnSpLocks/>
          </p:cNvCxnSpPr>
          <p:nvPr/>
        </p:nvCxnSpPr>
        <p:spPr>
          <a:xfrm flipV="1">
            <a:off x="24355959" y="10568940"/>
            <a:ext cx="0" cy="28800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11166D27-645B-CDA6-1F1A-5810F3BCAD19}"/>
              </a:ext>
            </a:extLst>
          </p:cNvPr>
          <p:cNvSpPr txBox="1"/>
          <p:nvPr/>
        </p:nvSpPr>
        <p:spPr>
          <a:xfrm rot="16200000">
            <a:off x="23576788" y="11816988"/>
            <a:ext cx="1214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b="1" dirty="0">
                <a:latin typeface="Cambria" panose="02040503050406030204" pitchFamily="18" charset="0"/>
                <a:ea typeface="Cambria" panose="02040503050406030204" pitchFamily="18" charset="0"/>
              </a:rPr>
              <a:t>Descriptor 1</a:t>
            </a:r>
            <a:endParaRPr lang="en-CA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1BA9E19-DDFF-3CE6-E92A-563934415A41}"/>
              </a:ext>
            </a:extLst>
          </p:cNvPr>
          <p:cNvSpPr>
            <a:spLocks/>
          </p:cNvSpPr>
          <p:nvPr/>
        </p:nvSpPr>
        <p:spPr>
          <a:xfrm>
            <a:off x="24454240" y="11144940"/>
            <a:ext cx="576000" cy="576001"/>
          </a:xfrm>
          <a:prstGeom prst="rect">
            <a:avLst/>
          </a:prstGeom>
          <a:solidFill>
            <a:srgbClr val="59904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05DC045-40D6-4CD0-66AD-297DA705F90A}"/>
              </a:ext>
            </a:extLst>
          </p:cNvPr>
          <p:cNvSpPr>
            <a:spLocks/>
          </p:cNvSpPr>
          <p:nvPr/>
        </p:nvSpPr>
        <p:spPr>
          <a:xfrm>
            <a:off x="25030517" y="11144940"/>
            <a:ext cx="576000" cy="576001"/>
          </a:xfrm>
          <a:prstGeom prst="rect">
            <a:avLst/>
          </a:prstGeom>
          <a:solidFill>
            <a:srgbClr val="4EA72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050142C-68D2-C774-C927-73761BD700D2}"/>
              </a:ext>
            </a:extLst>
          </p:cNvPr>
          <p:cNvSpPr>
            <a:spLocks/>
          </p:cNvSpPr>
          <p:nvPr/>
        </p:nvSpPr>
        <p:spPr>
          <a:xfrm>
            <a:off x="25606794" y="11144940"/>
            <a:ext cx="576000" cy="576001"/>
          </a:xfrm>
          <a:prstGeom prst="rect">
            <a:avLst/>
          </a:prstGeom>
          <a:solidFill>
            <a:srgbClr val="21B53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A2E5C5E-C59E-73CA-2836-43BAA58AB223}"/>
              </a:ext>
            </a:extLst>
          </p:cNvPr>
          <p:cNvSpPr>
            <a:spLocks/>
          </p:cNvSpPr>
          <p:nvPr/>
        </p:nvSpPr>
        <p:spPr>
          <a:xfrm>
            <a:off x="26183071" y="11144940"/>
            <a:ext cx="576000" cy="576001"/>
          </a:xfrm>
          <a:prstGeom prst="rect">
            <a:avLst/>
          </a:prstGeom>
          <a:solidFill>
            <a:srgbClr val="1DB39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65558EF-531A-1906-2B1C-A8A86456AB04}"/>
              </a:ext>
            </a:extLst>
          </p:cNvPr>
          <p:cNvSpPr>
            <a:spLocks/>
          </p:cNvSpPr>
          <p:nvPr/>
        </p:nvSpPr>
        <p:spPr>
          <a:xfrm>
            <a:off x="26759349" y="11144940"/>
            <a:ext cx="576000" cy="576001"/>
          </a:xfrm>
          <a:prstGeom prst="rect">
            <a:avLst/>
          </a:prstGeom>
          <a:solidFill>
            <a:srgbClr val="48D8B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70908AD-E411-1E8A-0C08-ED2FB2DDAD8A}"/>
              </a:ext>
            </a:extLst>
          </p:cNvPr>
          <p:cNvSpPr>
            <a:spLocks/>
          </p:cNvSpPr>
          <p:nvPr/>
        </p:nvSpPr>
        <p:spPr>
          <a:xfrm>
            <a:off x="24454240" y="11720940"/>
            <a:ext cx="576000" cy="576001"/>
          </a:xfrm>
          <a:prstGeom prst="rect">
            <a:avLst/>
          </a:prstGeom>
          <a:solidFill>
            <a:srgbClr val="4FCE0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2636B22-F344-F4AE-CC0D-A4E68A8FF721}"/>
              </a:ext>
            </a:extLst>
          </p:cNvPr>
          <p:cNvSpPr>
            <a:spLocks/>
          </p:cNvSpPr>
          <p:nvPr/>
        </p:nvSpPr>
        <p:spPr>
          <a:xfrm>
            <a:off x="25030517" y="11720940"/>
            <a:ext cx="576000" cy="576001"/>
          </a:xfrm>
          <a:prstGeom prst="rect">
            <a:avLst/>
          </a:prstGeom>
          <a:solidFill>
            <a:srgbClr val="22B48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180B166-EF42-36C1-6EF6-F1386E7E2DF2}"/>
              </a:ext>
            </a:extLst>
          </p:cNvPr>
          <p:cNvSpPr>
            <a:spLocks/>
          </p:cNvSpPr>
          <p:nvPr/>
        </p:nvSpPr>
        <p:spPr>
          <a:xfrm>
            <a:off x="25606794" y="11720940"/>
            <a:ext cx="576000" cy="576001"/>
          </a:xfrm>
          <a:prstGeom prst="rect">
            <a:avLst/>
          </a:prstGeom>
          <a:solidFill>
            <a:srgbClr val="28DC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C3921DB-666E-8049-B6B5-0F9C89C29835}"/>
              </a:ext>
            </a:extLst>
          </p:cNvPr>
          <p:cNvSpPr>
            <a:spLocks/>
          </p:cNvSpPr>
          <p:nvPr/>
        </p:nvSpPr>
        <p:spPr>
          <a:xfrm>
            <a:off x="26183071" y="11720940"/>
            <a:ext cx="576000" cy="576001"/>
          </a:xfrm>
          <a:prstGeom prst="rect">
            <a:avLst/>
          </a:prstGeom>
          <a:solidFill>
            <a:srgbClr val="1C898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FD417F8-733C-EF3A-5597-BAD850C53174}"/>
              </a:ext>
            </a:extLst>
          </p:cNvPr>
          <p:cNvSpPr>
            <a:spLocks/>
          </p:cNvSpPr>
          <p:nvPr/>
        </p:nvSpPr>
        <p:spPr>
          <a:xfrm>
            <a:off x="26759349" y="11720940"/>
            <a:ext cx="576000" cy="576001"/>
          </a:xfrm>
          <a:prstGeom prst="rect">
            <a:avLst/>
          </a:prstGeom>
          <a:solidFill>
            <a:srgbClr val="14626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F9C041-0A35-4D66-83A2-B24C4548D52C}"/>
              </a:ext>
            </a:extLst>
          </p:cNvPr>
          <p:cNvSpPr>
            <a:spLocks/>
          </p:cNvSpPr>
          <p:nvPr/>
        </p:nvSpPr>
        <p:spPr>
          <a:xfrm>
            <a:off x="24454240" y="12296940"/>
            <a:ext cx="576000" cy="576001"/>
          </a:xfrm>
          <a:prstGeom prst="rect">
            <a:avLst/>
          </a:prstGeom>
          <a:solidFill>
            <a:srgbClr val="0BCB8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1C598E5D-9E42-DFDF-C41A-8505E7A0AA89}"/>
              </a:ext>
            </a:extLst>
          </p:cNvPr>
          <p:cNvSpPr>
            <a:spLocks/>
          </p:cNvSpPr>
          <p:nvPr/>
        </p:nvSpPr>
        <p:spPr>
          <a:xfrm>
            <a:off x="25030517" y="12296940"/>
            <a:ext cx="576000" cy="576001"/>
          </a:xfrm>
          <a:prstGeom prst="rect">
            <a:avLst/>
          </a:prstGeom>
          <a:solidFill>
            <a:srgbClr val="2ED68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DF997A54-8763-C59D-9347-99A13A303334}"/>
              </a:ext>
            </a:extLst>
          </p:cNvPr>
          <p:cNvSpPr>
            <a:spLocks/>
          </p:cNvSpPr>
          <p:nvPr/>
        </p:nvSpPr>
        <p:spPr>
          <a:xfrm>
            <a:off x="25606794" y="12296940"/>
            <a:ext cx="576000" cy="576001"/>
          </a:xfrm>
          <a:prstGeom prst="rect">
            <a:avLst/>
          </a:prstGeom>
          <a:solidFill>
            <a:srgbClr val="45BBD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9E75402B-3596-3012-237C-979A232EBB5D}"/>
              </a:ext>
            </a:extLst>
          </p:cNvPr>
          <p:cNvSpPr>
            <a:spLocks/>
          </p:cNvSpPr>
          <p:nvPr/>
        </p:nvSpPr>
        <p:spPr>
          <a:xfrm>
            <a:off x="26183071" y="12296940"/>
            <a:ext cx="576000" cy="576001"/>
          </a:xfrm>
          <a:prstGeom prst="rect">
            <a:avLst/>
          </a:prstGeom>
          <a:solidFill>
            <a:srgbClr val="064B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426CBD61-5CD4-B0A9-80FE-324227B85A73}"/>
              </a:ext>
            </a:extLst>
          </p:cNvPr>
          <p:cNvSpPr>
            <a:spLocks/>
          </p:cNvSpPr>
          <p:nvPr/>
        </p:nvSpPr>
        <p:spPr>
          <a:xfrm>
            <a:off x="26759349" y="12296940"/>
            <a:ext cx="576000" cy="576001"/>
          </a:xfrm>
          <a:prstGeom prst="rect">
            <a:avLst/>
          </a:prstGeom>
          <a:solidFill>
            <a:srgbClr val="0D473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5F4C8781-C6B7-EC43-EEF1-65268DD0125E}"/>
              </a:ext>
            </a:extLst>
          </p:cNvPr>
          <p:cNvSpPr>
            <a:spLocks/>
          </p:cNvSpPr>
          <p:nvPr/>
        </p:nvSpPr>
        <p:spPr>
          <a:xfrm>
            <a:off x="24454240" y="10568940"/>
            <a:ext cx="576000" cy="576001"/>
          </a:xfrm>
          <a:prstGeom prst="rect">
            <a:avLst/>
          </a:prstGeom>
          <a:solidFill>
            <a:srgbClr val="ADC80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EA209D44-9ACC-4EB3-A46D-960237E7F711}"/>
              </a:ext>
            </a:extLst>
          </p:cNvPr>
          <p:cNvSpPr>
            <a:spLocks/>
          </p:cNvSpPr>
          <p:nvPr/>
        </p:nvSpPr>
        <p:spPr>
          <a:xfrm>
            <a:off x="25030517" y="10568940"/>
            <a:ext cx="576000" cy="576001"/>
          </a:xfrm>
          <a:prstGeom prst="rect">
            <a:avLst/>
          </a:prstGeom>
          <a:solidFill>
            <a:srgbClr val="A8C11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11A079D5-1339-1989-F0EF-E52D9253701B}"/>
              </a:ext>
            </a:extLst>
          </p:cNvPr>
          <p:cNvSpPr>
            <a:spLocks/>
          </p:cNvSpPr>
          <p:nvPr/>
        </p:nvSpPr>
        <p:spPr>
          <a:xfrm>
            <a:off x="25606794" y="10568940"/>
            <a:ext cx="576000" cy="576001"/>
          </a:xfrm>
          <a:prstGeom prst="rect">
            <a:avLst/>
          </a:prstGeom>
          <a:solidFill>
            <a:srgbClr val="4EA72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53D533FF-B69D-31A8-7868-00126C005992}"/>
              </a:ext>
            </a:extLst>
          </p:cNvPr>
          <p:cNvSpPr>
            <a:spLocks/>
          </p:cNvSpPr>
          <p:nvPr/>
        </p:nvSpPr>
        <p:spPr>
          <a:xfrm>
            <a:off x="26183071" y="10568940"/>
            <a:ext cx="576000" cy="576001"/>
          </a:xfrm>
          <a:prstGeom prst="rect">
            <a:avLst/>
          </a:prstGeom>
          <a:solidFill>
            <a:srgbClr val="21B55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A4B5A5D1-BD3A-EB16-30E8-01CA99F708FC}"/>
              </a:ext>
            </a:extLst>
          </p:cNvPr>
          <p:cNvSpPr>
            <a:spLocks/>
          </p:cNvSpPr>
          <p:nvPr/>
        </p:nvSpPr>
        <p:spPr>
          <a:xfrm>
            <a:off x="26759349" y="10568940"/>
            <a:ext cx="576000" cy="576001"/>
          </a:xfrm>
          <a:prstGeom prst="rect">
            <a:avLst/>
          </a:prstGeom>
          <a:solidFill>
            <a:srgbClr val="28DC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05D31C35-550E-3907-0A06-0432576437A5}"/>
              </a:ext>
            </a:extLst>
          </p:cNvPr>
          <p:cNvSpPr>
            <a:spLocks/>
          </p:cNvSpPr>
          <p:nvPr/>
        </p:nvSpPr>
        <p:spPr>
          <a:xfrm>
            <a:off x="24454240" y="12872939"/>
            <a:ext cx="576000" cy="576001"/>
          </a:xfrm>
          <a:prstGeom prst="rect">
            <a:avLst/>
          </a:prstGeom>
          <a:solidFill>
            <a:srgbClr val="1DB39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DE746E5A-24CE-6C06-A7A8-5234C0CE9A76}"/>
              </a:ext>
            </a:extLst>
          </p:cNvPr>
          <p:cNvSpPr>
            <a:spLocks/>
          </p:cNvSpPr>
          <p:nvPr/>
        </p:nvSpPr>
        <p:spPr>
          <a:xfrm>
            <a:off x="25030517" y="12872939"/>
            <a:ext cx="576000" cy="576001"/>
          </a:xfrm>
          <a:prstGeom prst="rect">
            <a:avLst/>
          </a:prstGeom>
          <a:solidFill>
            <a:srgbClr val="29DBB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C4C9FDDF-5C23-7F86-89BB-CA7B51431B74}"/>
              </a:ext>
            </a:extLst>
          </p:cNvPr>
          <p:cNvSpPr>
            <a:spLocks/>
          </p:cNvSpPr>
          <p:nvPr/>
        </p:nvSpPr>
        <p:spPr>
          <a:xfrm>
            <a:off x="25606794" y="12872939"/>
            <a:ext cx="576000" cy="576001"/>
          </a:xfrm>
          <a:prstGeom prst="rect">
            <a:avLst/>
          </a:prstGeom>
          <a:solidFill>
            <a:srgbClr val="1BA58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777756A4-A98E-C733-C37D-6D500D057F4B}"/>
              </a:ext>
            </a:extLst>
          </p:cNvPr>
          <p:cNvSpPr>
            <a:spLocks/>
          </p:cNvSpPr>
          <p:nvPr/>
        </p:nvSpPr>
        <p:spPr>
          <a:xfrm>
            <a:off x="26183071" y="12872939"/>
            <a:ext cx="576000" cy="576001"/>
          </a:xfrm>
          <a:prstGeom prst="rect">
            <a:avLst/>
          </a:prstGeom>
          <a:solidFill>
            <a:srgbClr val="14548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61A511CD-5B9B-FC3B-6C8D-05FAEBEF75FA}"/>
              </a:ext>
            </a:extLst>
          </p:cNvPr>
          <p:cNvSpPr>
            <a:spLocks/>
          </p:cNvSpPr>
          <p:nvPr/>
        </p:nvSpPr>
        <p:spPr>
          <a:xfrm>
            <a:off x="26759349" y="12872939"/>
            <a:ext cx="576000" cy="576001"/>
          </a:xfrm>
          <a:prstGeom prst="rect">
            <a:avLst/>
          </a:prstGeom>
          <a:solidFill>
            <a:srgbClr val="073B4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96750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304</TotalTime>
  <Words>129</Words>
  <Application>Microsoft Office PowerPoint</Application>
  <PresentationFormat>Personnalisé</PresentationFormat>
  <Paragraphs>99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Arial Black</vt:lpstr>
      <vt:lpstr>Calibri</vt:lpstr>
      <vt:lpstr>Cambria</vt:lpstr>
      <vt:lpstr>Cambria Math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Vacher Quentin</dc:creator>
  <cp:lastModifiedBy>Vacher Quentin</cp:lastModifiedBy>
  <cp:revision>7</cp:revision>
  <dcterms:created xsi:type="dcterms:W3CDTF">2026-03-23T14:54:49Z</dcterms:created>
  <dcterms:modified xsi:type="dcterms:W3CDTF">2026-04-24T08:44:37Z</dcterms:modified>
</cp:coreProperties>
</file>